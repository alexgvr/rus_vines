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Masters/slideMaster4.xml" ContentType="application/vnd.openxmlformats-officedocument.presentationml.slideMaster+xml"/>
  <Override PartName="/ppt/slideMasters/theme/theme5.xml" ContentType="application/vnd.openxmlformats-officedocument.theme+xml"/>
  <Override PartName="/ppt/slideMasters/slideMaster5.xml" ContentType="application/vnd.openxmlformats-officedocument.presentationml.slideMaster+xml"/>
  <Override PartName="/ppt/slideMasters/theme/theme6.xml" ContentType="application/vnd.openxmlformats-officedocument.theme+xml"/>
  <Override PartName="/ppt/slideMasters/slideMaster6.xml" ContentType="application/vnd.openxmlformats-officedocument.presentationml.slideMaster+xml"/>
  <Override PartName="/ppt/slideMasters/theme/theme7.xml" ContentType="application/vnd.openxmlformats-officedocument.theme+xml"/>
  <Override PartName="/ppt/slideMasters/slideMaster7.xml" ContentType="application/vnd.openxmlformats-officedocument.presentationml.slideMaster+xml"/>
  <Override PartName="/ppt/slideMasters/theme/theme8.xml" ContentType="application/vnd.openxmlformats-officedocument.theme+xml"/>
  <Override PartName="/ppt/slideMasters/slideMaster8.xml" ContentType="application/vnd.openxmlformats-officedocument.presentationml.slideMaster+xml"/>
  <Override PartName="/ppt/slideMasters/theme/theme9.xml" ContentType="application/vnd.openxmlformats-officedocument.theme+xml"/>
  <Override PartName="/ppt/slideMasters/slideMaster9.xml" ContentType="application/vnd.openxmlformats-officedocument.presentationml.slideMaster+xml"/>
  <Override PartName="/ppt/slideMasters/theme/theme10.xml" ContentType="application/vnd.openxmlformats-officedocument.theme+xml"/>
  <Override PartName="/ppt/slideMasters/slideMaster10.xml" ContentType="application/vnd.openxmlformats-officedocument.presentationml.slideMaster+xml"/>
  <Override PartName="/ppt/slideMasters/theme/theme11.xml" ContentType="application/vnd.openxmlformats-officedocument.theme+xml"/>
  <Override PartName="/ppt/slideMasters/slideMaster11.xml" ContentType="application/vnd.openxmlformats-officedocument.presentationml.slideMaster+xml"/>
  <Override PartName="/ppt/slideMasters/theme/theme12.xml" ContentType="application/vnd.openxmlformats-officedocument.theme+xml"/>
  <Override PartName="/ppt/slideMasters/slideMaster12.xml" ContentType="application/vnd.openxmlformats-officedocument.presentationml.slideMaster+xml"/>
  <Override PartName="/ppt/slideMasters/theme/theme13.xml" ContentType="application/vnd.openxmlformats-officedocument.theme+xml"/>
  <Override PartName="/ppt/slideMasters/slideMaster13.xml" ContentType="application/vnd.openxmlformats-officedocument.presentationml.slideMaster+xml"/>
  <Override PartName="/ppt/slideMasters/theme/theme14.xml" ContentType="application/vnd.openxmlformats-officedocument.theme+xml"/>
  <Override PartName="/ppt/slideMasters/slideMaster14.xml" ContentType="application/vnd.openxmlformats-officedocument.presentationml.slideMaster+xml"/>
  <Override PartName="/ppt/slideMasters/theme/theme15.xml" ContentType="application/vnd.openxmlformats-officedocument.theme+xml"/>
  <Override PartName="/ppt/slideMasters/slideMaster15.xml" ContentType="application/vnd.openxmlformats-officedocument.presentationml.slideMaster+xml"/>
  <Override PartName="/ppt/slideMasters/theme/theme16.xml" ContentType="application/vnd.openxmlformats-officedocument.theme+xml"/>
  <Override PartName="/ppt/slideMasters/slideMaster16.xml" ContentType="application/vnd.openxmlformats-officedocument.presentationml.slideMaster+xml"/>
  <Override PartName="/ppt/slideMasters/theme/theme17.xml" ContentType="application/vnd.openxmlformats-officedocument.theme+xml"/>
  <Override PartName="/ppt/slideMasters/slideMaster17.xml" ContentType="application/vnd.openxmlformats-officedocument.presentationml.slideMaster+xml"/>
  <Override PartName="/ppt/slideMasters/theme/theme18.xml" ContentType="application/vnd.openxmlformats-officedocument.theme+xml"/>
  <Override PartName="/ppt/slideMasters/slideMaster18.xml" ContentType="application/vnd.openxmlformats-officedocument.presentationml.slideMaster+xml"/>
  <Override PartName="/ppt/slideMasters/theme/theme19.xml" ContentType="application/vnd.openxmlformats-officedocument.theme+xml"/>
  <Override PartName="/ppt/slideMasters/slideMaster19.xml" ContentType="application/vnd.openxmlformats-officedocument.presentationml.slideMaster+xml"/>
  <Override PartName="/ppt/slideMasters/theme/theme20.xml" ContentType="application/vnd.openxmlformats-officedocument.theme+xml"/>
  <Override PartName="/ppt/slideMasters/slideMaster20.xml" ContentType="application/vnd.openxmlformats-officedocument.presentationml.slideMaster+xml"/>
  <Override PartName="/ppt/slideMasters/theme/theme21.xml" ContentType="application/vnd.openxmlformats-officedocument.theme+xml"/>
  <Override PartName="/ppt/slideMasters/slideMaster21.xml" ContentType="application/vnd.openxmlformats-officedocument.presentationml.slideMaster+xml"/>
  <Override PartName="/ppt/slideMasters/theme/theme22.xml" ContentType="application/vnd.openxmlformats-officedocument.theme+xml"/>
  <Override PartName="/ppt/slideMasters/slideMaster22.xml" ContentType="application/vnd.openxmlformats-officedocument.presentationml.slideMaster+xml"/>
  <Override PartName="/ppt/slideMasters/theme/theme23.xml" ContentType="application/vnd.openxmlformats-officedocument.theme+xml"/>
  <Override PartName="/ppt/slideMasters/slideMaster23.xml" ContentType="application/vnd.openxmlformats-officedocument.presentationml.slideMaster+xml"/>
  <Override PartName="/ppt/slideMasters/theme/theme2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25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  <Override PartName="/ppt/slides/slide1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8520fca3134f02" /><Relationship Type="http://schemas.openxmlformats.org/officeDocument/2006/relationships/extended-properties" Target="/docProps/app.xml" Id="Rffc5be0b4c144141" /><Relationship Type="http://schemas.openxmlformats.org/officeDocument/2006/relationships/officeDocument" Target="/ppt/presentation.xml" Id="R6f9ae2c48f704c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fb5f6db14149b6"/>
    <p:sldMasterId xmlns:r="http://schemas.openxmlformats.org/officeDocument/2006/relationships" id="2147483650" r:id="R255ae3954f974c2b"/>
    <p:sldMasterId xmlns:r="http://schemas.openxmlformats.org/officeDocument/2006/relationships" id="2147483652" r:id="Re96db6e6dbab43d6"/>
    <p:sldMasterId xmlns:r="http://schemas.openxmlformats.org/officeDocument/2006/relationships" id="2147483654" r:id="R58c21e26c7804437"/>
    <p:sldMasterId xmlns:r="http://schemas.openxmlformats.org/officeDocument/2006/relationships" id="2147483656" r:id="R7615e6958a4d4aeb"/>
    <p:sldMasterId xmlns:r="http://schemas.openxmlformats.org/officeDocument/2006/relationships" id="2147483658" r:id="R67c0a68d61f34bea"/>
    <p:sldMasterId xmlns:r="http://schemas.openxmlformats.org/officeDocument/2006/relationships" id="2147483660" r:id="R4600af8b18e641b5"/>
    <p:sldMasterId xmlns:r="http://schemas.openxmlformats.org/officeDocument/2006/relationships" id="2147483662" r:id="R261e4cfe00e14a18"/>
    <p:sldMasterId xmlns:r="http://schemas.openxmlformats.org/officeDocument/2006/relationships" id="2147483664" r:id="R43b4a7755c81423b"/>
    <p:sldMasterId xmlns:r="http://schemas.openxmlformats.org/officeDocument/2006/relationships" id="2147483666" r:id="R3aa9b23410d04cd9"/>
    <p:sldMasterId xmlns:r="http://schemas.openxmlformats.org/officeDocument/2006/relationships" id="2147483668" r:id="Rf463c57fd597400d"/>
    <p:sldMasterId xmlns:r="http://schemas.openxmlformats.org/officeDocument/2006/relationships" id="2147483670" r:id="R9fc879c004fe4efd"/>
    <p:sldMasterId xmlns:r="http://schemas.openxmlformats.org/officeDocument/2006/relationships" id="2147483672" r:id="R92455cf621574d50"/>
    <p:sldMasterId xmlns:r="http://schemas.openxmlformats.org/officeDocument/2006/relationships" id="2147483674" r:id="R5540544f3f924a86"/>
    <p:sldMasterId xmlns:r="http://schemas.openxmlformats.org/officeDocument/2006/relationships" id="2147483676" r:id="Rea54d4e238b64563"/>
    <p:sldMasterId xmlns:r="http://schemas.openxmlformats.org/officeDocument/2006/relationships" id="2147483678" r:id="R9972c1ce25a041e7"/>
    <p:sldMasterId xmlns:r="http://schemas.openxmlformats.org/officeDocument/2006/relationships" id="2147483680" r:id="Rbc5801422ba84d18"/>
    <p:sldMasterId xmlns:r="http://schemas.openxmlformats.org/officeDocument/2006/relationships" id="2147483682" r:id="R9c249dad90244913"/>
    <p:sldMasterId xmlns:r="http://schemas.openxmlformats.org/officeDocument/2006/relationships" id="2147483684" r:id="R165ec4a013de4e47"/>
    <p:sldMasterId xmlns:r="http://schemas.openxmlformats.org/officeDocument/2006/relationships" id="2147483686" r:id="R80a6a5cb73904bbf"/>
    <p:sldMasterId xmlns:r="http://schemas.openxmlformats.org/officeDocument/2006/relationships" id="2147483688" r:id="Rd6c40381732e4961"/>
    <p:sldMasterId xmlns:r="http://schemas.openxmlformats.org/officeDocument/2006/relationships" id="2147483690" r:id="Rd94b6cfe7e7542ab"/>
    <p:sldMasterId xmlns:r="http://schemas.openxmlformats.org/officeDocument/2006/relationships" id="2147483692" r:id="Rbdad93d0d0b7418c"/>
  </p:sldMasterIdLst>
  <p:notesMasterIdLst>
    <p:notesMasterId xmlns:r="http://schemas.openxmlformats.org/officeDocument/2006/relationships" r:id="R45b33365f2e046da"/>
  </p:notesMasterIdLst>
  <p:sldIdLst>
    <p:sldId xmlns:r="http://schemas.openxmlformats.org/officeDocument/2006/relationships" id="256" r:id="R3d262c237f9847f3"/>
    <p:sldId xmlns:r="http://schemas.openxmlformats.org/officeDocument/2006/relationships" id="257" r:id="Re5b26d6c1a884881"/>
    <p:sldId xmlns:r="http://schemas.openxmlformats.org/officeDocument/2006/relationships" id="258" r:id="R0a2ed8ea0c644ec9"/>
    <p:sldId xmlns:r="http://schemas.openxmlformats.org/officeDocument/2006/relationships" id="259" r:id="Rf5d64067b05d4145"/>
    <p:sldId xmlns:r="http://schemas.openxmlformats.org/officeDocument/2006/relationships" id="260" r:id="R8b15aa20795c4f8c"/>
    <p:sldId xmlns:r="http://schemas.openxmlformats.org/officeDocument/2006/relationships" id="272" r:id="rId1"/>
    <p:sldId xmlns:r="http://schemas.openxmlformats.org/officeDocument/2006/relationships" id="261" r:id="Rbd54bb657d0c48a1"/>
    <p:sldId xmlns:r="http://schemas.openxmlformats.org/officeDocument/2006/relationships" id="267" r:id="R89e11911a9204ec0"/>
    <p:sldId xmlns:r="http://schemas.openxmlformats.org/officeDocument/2006/relationships" id="262" r:id="Ra92997bd65464af4"/>
    <p:sldId xmlns:r="http://schemas.openxmlformats.org/officeDocument/2006/relationships" id="263" r:id="Redc8a2241858413a"/>
    <p:sldId xmlns:r="http://schemas.openxmlformats.org/officeDocument/2006/relationships" id="264" r:id="R5bfe793f89d34acf"/>
    <p:sldId xmlns:r="http://schemas.openxmlformats.org/officeDocument/2006/relationships" id="265" r:id="Rc0aacf82448e4d9d"/>
    <p:sldId xmlns:r="http://schemas.openxmlformats.org/officeDocument/2006/relationships" id="266" r:id="R61f33b1b8f034f36"/>
    <p:sldId xmlns:r="http://schemas.openxmlformats.org/officeDocument/2006/relationships" id="268" r:id="R324a72b34b3e4ae5"/>
    <p:sldId xmlns:r="http://schemas.openxmlformats.org/officeDocument/2006/relationships" id="269" r:id="R80dde0c3eb36414e"/>
    <p:sldId xmlns:r="http://schemas.openxmlformats.org/officeDocument/2006/relationships" id="270" r:id="Reaaebcdb34d44926"/>
    <p:sldId xmlns:r="http://schemas.openxmlformats.org/officeDocument/2006/relationships" id="271" r:id="Red68ab6edaa14d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19107c20864899" /><Relationship Type="http://schemas.openxmlformats.org/officeDocument/2006/relationships/slideMaster" Target="/ppt/slideMasters/slideMaster1.xml" Id="R62fb5f6db14149b6" /><Relationship Type="http://schemas.openxmlformats.org/officeDocument/2006/relationships/slideMaster" Target="/ppt/slideMasters/slideMaster2.xml" Id="R255ae3954f974c2b" /><Relationship Type="http://schemas.openxmlformats.org/officeDocument/2006/relationships/slideMaster" Target="/ppt/slideMasters/slideMaster3.xml" Id="Re96db6e6dbab43d6" /><Relationship Type="http://schemas.openxmlformats.org/officeDocument/2006/relationships/slideMaster" Target="/ppt/slideMasters/slideMaster4.xml" Id="R58c21e26c7804437" /><Relationship Type="http://schemas.openxmlformats.org/officeDocument/2006/relationships/slideMaster" Target="/ppt/slideMasters/slideMaster5.xml" Id="R7615e6958a4d4aeb" /><Relationship Type="http://schemas.openxmlformats.org/officeDocument/2006/relationships/slideMaster" Target="/ppt/slideMasters/slideMaster6.xml" Id="R67c0a68d61f34bea" /><Relationship Type="http://schemas.openxmlformats.org/officeDocument/2006/relationships/slideMaster" Target="/ppt/slideMasters/slideMaster7.xml" Id="R4600af8b18e641b5" /><Relationship Type="http://schemas.openxmlformats.org/officeDocument/2006/relationships/slideMaster" Target="/ppt/slideMasters/slideMaster8.xml" Id="R261e4cfe00e14a18" /><Relationship Type="http://schemas.openxmlformats.org/officeDocument/2006/relationships/slideMaster" Target="/ppt/slideMasters/slideMaster9.xml" Id="R43b4a7755c81423b" /><Relationship Type="http://schemas.openxmlformats.org/officeDocument/2006/relationships/slideMaster" Target="/ppt/slideMasters/slideMaster10.xml" Id="R3aa9b23410d04cd9" /><Relationship Type="http://schemas.openxmlformats.org/officeDocument/2006/relationships/slideMaster" Target="/ppt/slideMasters/slideMaster11.xml" Id="Rf463c57fd597400d" /><Relationship Type="http://schemas.openxmlformats.org/officeDocument/2006/relationships/slideMaster" Target="/ppt/slideMasters/slideMaster12.xml" Id="R9fc879c004fe4efd" /><Relationship Type="http://schemas.openxmlformats.org/officeDocument/2006/relationships/slideMaster" Target="/ppt/slideMasters/slideMaster13.xml" Id="R92455cf621574d50" /><Relationship Type="http://schemas.openxmlformats.org/officeDocument/2006/relationships/slideMaster" Target="/ppt/slideMasters/slideMaster14.xml" Id="R5540544f3f924a86" /><Relationship Type="http://schemas.openxmlformats.org/officeDocument/2006/relationships/slideMaster" Target="/ppt/slideMasters/slideMaster15.xml" Id="Rea54d4e238b64563" /><Relationship Type="http://schemas.openxmlformats.org/officeDocument/2006/relationships/slideMaster" Target="/ppt/slideMasters/slideMaster16.xml" Id="R9972c1ce25a041e7" /><Relationship Type="http://schemas.openxmlformats.org/officeDocument/2006/relationships/slideMaster" Target="/ppt/slideMasters/slideMaster17.xml" Id="Rbc5801422ba84d18" /><Relationship Type="http://schemas.openxmlformats.org/officeDocument/2006/relationships/slideMaster" Target="/ppt/slideMasters/slideMaster18.xml" Id="R9c249dad90244913" /><Relationship Type="http://schemas.openxmlformats.org/officeDocument/2006/relationships/slideMaster" Target="/ppt/slideMasters/slideMaster19.xml" Id="R165ec4a013de4e47" /><Relationship Type="http://schemas.openxmlformats.org/officeDocument/2006/relationships/slideMaster" Target="/ppt/slideMasters/slideMaster20.xml" Id="R80a6a5cb73904bbf" /><Relationship Type="http://schemas.openxmlformats.org/officeDocument/2006/relationships/slideMaster" Target="/ppt/slideMasters/slideMaster21.xml" Id="Rd6c40381732e4961" /><Relationship Type="http://schemas.openxmlformats.org/officeDocument/2006/relationships/slideMaster" Target="/ppt/slideMasters/slideMaster22.xml" Id="Rd94b6cfe7e7542ab" /><Relationship Type="http://schemas.openxmlformats.org/officeDocument/2006/relationships/slideMaster" Target="/ppt/slideMasters/slideMaster23.xml" Id="Rbdad93d0d0b7418c" /><Relationship Type="http://schemas.openxmlformats.org/officeDocument/2006/relationships/notesMaster" Target="/ppt/notesMasters/notesMaster1.xml" Id="R45b33365f2e046da" /><Relationship Type="http://schemas.openxmlformats.org/officeDocument/2006/relationships/presProps" Target="/ppt/presProps.xml" Id="Rb2c57260ec4044af" /><Relationship Type="http://schemas.openxmlformats.org/officeDocument/2006/relationships/tableStyles" Target="/ppt/tableStyles.xml" Id="Rcb670e84e7be417a" /><Relationship Type="http://schemas.openxmlformats.org/officeDocument/2006/relationships/slide" Target="/ppt/slides/slide1.xml" Id="R3d262c237f9847f3" /><Relationship Type="http://schemas.openxmlformats.org/officeDocument/2006/relationships/slide" Target="/ppt/slides/slide2.xml" Id="Re5b26d6c1a884881" /><Relationship Type="http://schemas.openxmlformats.org/officeDocument/2006/relationships/slide" Target="/ppt/slides/slide3.xml" Id="R0a2ed8ea0c644ec9" /><Relationship Type="http://schemas.openxmlformats.org/officeDocument/2006/relationships/slide" Target="/ppt/slides/slide4.xml" Id="Rf5d64067b05d4145" /><Relationship Type="http://schemas.openxmlformats.org/officeDocument/2006/relationships/slide" Target="/ppt/slides/slide5.xml" Id="R8b15aa20795c4f8c" /><Relationship Type="http://schemas.openxmlformats.org/officeDocument/2006/relationships/slide" Target="/ppt/slides/slide6.xml" Id="Rbd54bb657d0c48a1" /><Relationship Type="http://schemas.openxmlformats.org/officeDocument/2006/relationships/slide" Target="/ppt/slides/slide7.xml" Id="Ra92997bd65464af4" /><Relationship Type="http://schemas.openxmlformats.org/officeDocument/2006/relationships/slide" Target="/ppt/slides/slide8.xml" Id="Redc8a2241858413a" /><Relationship Type="http://schemas.openxmlformats.org/officeDocument/2006/relationships/slide" Target="/ppt/slides/slide9.xml" Id="R5bfe793f89d34acf" /><Relationship Type="http://schemas.openxmlformats.org/officeDocument/2006/relationships/slide" Target="/ppt/slides/slide10.xml" Id="Rc0aacf82448e4d9d" /><Relationship Type="http://schemas.openxmlformats.org/officeDocument/2006/relationships/slide" Target="/ppt/slides/slide11.xml" Id="R61f33b1b8f034f36" /><Relationship Type="http://schemas.openxmlformats.org/officeDocument/2006/relationships/slide" Target="/ppt/slides/slide12.xml" Id="R89e11911a9204ec0" /><Relationship Type="http://schemas.openxmlformats.org/officeDocument/2006/relationships/slide" Target="/ppt/slides/slide13.xml" Id="R324a72b34b3e4ae5" /><Relationship Type="http://schemas.openxmlformats.org/officeDocument/2006/relationships/slide" Target="/ppt/slides/slide14.xml" Id="R80dde0c3eb36414e" /><Relationship Type="http://schemas.openxmlformats.org/officeDocument/2006/relationships/slide" Target="/ppt/slides/slide15.xml" Id="Reaaebcdb34d44926" /><Relationship Type="http://schemas.openxmlformats.org/officeDocument/2006/relationships/slide" Target="/ppt/slides/slide16.xml" Id="Red68ab6edaa14d3e" />  <Relationship Id="rId1" Type="http://schemas.openxmlformats.org/officeDocument/2006/relationships/slide" Target="slides/slide17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5.xml" Id="R2759c4e950e941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5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0fe9539a844099" /><Relationship Type="http://schemas.openxmlformats.org/officeDocument/2006/relationships/notesMaster" Target="/ppt/notesMasters/notesMaster1.xml" Id="R189cdae586494d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45282311344756" /><Relationship Type="http://schemas.openxmlformats.org/officeDocument/2006/relationships/notesMaster" Target="/ppt/notesMasters/notesMaster1.xml" Id="R4c2711be669147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1d65d2253444ce" /><Relationship Type="http://schemas.openxmlformats.org/officeDocument/2006/relationships/notesMaster" Target="/ppt/notesMasters/notesMaster1.xml" Id="R5089a0cc4e5640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b9f78d9c584541" /><Relationship Type="http://schemas.openxmlformats.org/officeDocument/2006/relationships/notesMaster" Target="/ppt/notesMasters/notesMaster1.xml" Id="R0d69198991d744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7b24e18ea64ad0" /><Relationship Type="http://schemas.openxmlformats.org/officeDocument/2006/relationships/notesMaster" Target="/ppt/notesMasters/notesMaster1.xml" Id="R76c2119ee68d49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97efa5efe14abe" /><Relationship Type="http://schemas.openxmlformats.org/officeDocument/2006/relationships/notesMaster" Target="/ppt/notesMasters/notesMaster1.xml" Id="R097f3afb9c914b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02a5c6c1314e5a" /><Relationship Type="http://schemas.openxmlformats.org/officeDocument/2006/relationships/notesMaster" Target="/ppt/notesMasters/notesMaster1.xml" Id="R3302459e751e48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b2725024404a1f" /><Relationship Type="http://schemas.openxmlformats.org/officeDocument/2006/relationships/notesMaster" Target="/ppt/notesMasters/notesMaster1.xml" Id="R8939527ab95f41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ae77b2219c48f5" /><Relationship Type="http://schemas.openxmlformats.org/officeDocument/2006/relationships/notesMaster" Target="/ppt/notesMasters/notesMaster1.xml" Id="R84c5cc8ddedd41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4c72d9b9e34578" /><Relationship Type="http://schemas.openxmlformats.org/officeDocument/2006/relationships/notesMaster" Target="/ppt/notesMasters/notesMaster1.xml" Id="R907b673e384d406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c04d6098d44b3c" /><Relationship Type="http://schemas.openxmlformats.org/officeDocument/2006/relationships/notesMaster" Target="/ppt/notesMasters/notesMaster1.xml" Id="R8c09ebd1d4444cb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50e600894f4c5e" /><Relationship Type="http://schemas.openxmlformats.org/officeDocument/2006/relationships/notesMaster" Target="/ppt/notesMasters/notesMaster1.xml" Id="Rd3e310b5e7ba491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7984a4c6afc4368" /><Relationship Type="http://schemas.openxmlformats.org/officeDocument/2006/relationships/notesMaster" Target="/ppt/notesMasters/notesMaster1.xml" Id="R4562409445c44d4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eff589e69644c59" /><Relationship Type="http://schemas.openxmlformats.org/officeDocument/2006/relationships/notesMaster" Target="/ppt/notesMasters/notesMaster1.xml" Id="Rd29cbaa0243e40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ae67bccc99b4bea" /><Relationship Type="http://schemas.openxmlformats.org/officeDocument/2006/relationships/notesMaster" Target="/ppt/notesMasters/notesMaster1.xml" Id="R74c9b7c3401b471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01e8890ce2c4005" /><Relationship Type="http://schemas.openxmlformats.org/officeDocument/2006/relationships/notesMaster" Target="/ppt/notesMasters/notesMaster1.xml" Id="Rd70bbdff18594e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Команда AlphaWolfs. 13 основных слайдов по структуре питча из ТЗ, около 6,5 минуты с живым демо, и 4 слайда приложения.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Команда AlphaWolfs, 2 участника, Москва. Капитан: Гаврилов Алексей Дмитриевич. Решение открывает карточку вина по фото этикетки и предлагает аналоги, если совпадение не подтверждается.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Команда AlphaWolfs. Алексей Гаврилов: Lead Data Scientist. Анастасия Третьякова: менеджер проекта. Сохранены предоставленные имена, роли и контакты.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Группы тёзок: 69 групп на 152 позиции каталога. Публичная выборка уже использовалась при разработке и не является независимой приёмкой.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Обязательный слайд шаблона: техническая и маркетинговая суть решения. Концепция — на следующем слайде. Логистическая модель только оценивает уверенность; решение о показе и выборе лидера также зависит от VLM и правил. Реализация: service/main.py, pipeline/searchcore.py. Интерфейс Nuxt, API FastAPI; Docker включает API и pgvector.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Основной конвейер: service/main.py, pipeline/searchcore.py. VLM видит вырезку или полный кадр по правилу VLM_VIEW=auto. Пороги 0,10 и 0,30 дополнены проверками VLM и may_drop_caveat; один порог сам по себе не гарантирует выдачу без оговорок. GPU_LIMITER сохраняет доступность лёгких запросов.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Живое демо без монтажа, 1 минута 40 секунд. Первый пример: Белая Львица, снимок из публичного набора организатора. Второй пример выбрать из правильных отказов последнего API-прогона. Показывать фактическое время, не обещать верхнюю границу в 3 с. Затем перейти к сомелье и показать готовый результат. Снимок в слайде служит резервом, а не заменой живого прогона.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Источник: data/validation/api_search_top5_20260928.json. Полный HTTP-прогон /v1/search на тех же 97 кадрах, ответы после VLM. F1 с отказом на уровне запросов: для k TP — показан ответ и правильный slug есть среди первых k разных кандидатов; FP — показан ответ без правильного slug (включая вино вне каталога); FN — кадр с вином каталога без показанного правильного ответа. Отказ не даёт TP@5. Верный отказ для отсутствующего вина — TN. F1=2TP/(2TP+FP+FN). F1@1: {"TP":56,"FP":6,"FN":6,"precision":0.9032258064516129,"recall":0.9032258064516129,"f1":0.9032258064516129}; F1@5: {"TP":59,"FP":3,"FN":3,"precision":0.9516129032258065,"recall":0.9516129032258065,"f1":0.9516129032258065}. Test: F1@1 90,0%, F1@5 96,7%. p95 — ближайший ранг ceil(0.95*n); время включает загрузку фото и JSON по HTTP. Изменений лидера относительно api_gpu_limiter_20260927.json: 0. Исторические метрики до VLM вынесены в приложение.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Два увеличенных фрагмента реальных скриншотов из предыдущей версии: /v1/sommelier (ужин дома, сыры, полусладкое) и похожие вина из карточки «Жемчужная 9 Мускат Розовый, Каберне Совиньон». Содержимое изображений не изменено, показана первая рекомендация. Рекомендации детерминированы атрибутами каталога. Влияние на retention пока не измерялось.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Ошибки итогового API: org028 и org029 zakat-denisov-vajneri (null), org069 aratti-kaberne-po-belomu-1 вместо aratti-kaberne-po-belomu, org088 pozdnij-sbor-krasnoe вместо pozdnij-sbor-beloe, org005 Velvet Season (null), org006 Formula Q Saperavi вместо Cabernet Sauvignon. Источник: data/validation/api_gpu_limiter_20260927.json. 300+ новых кадров является планом, набор ещё не собран.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Итог: данные одного прогона текущего API поиска, data/validation/api_search_top5_20260928.json. Независимая закрытая проверка ещё впереди. Приложение начинается со следующего слайда.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Почему две ступени. Синтетические почти-дубли, 189 запросов: data/index/rerank_neardup.json и docs/metrics.md. 63,5% только SigLIP; 96,8% — одна геометрия на прежнем индексе; текущий конвейер 91,0% при отрыве 0,25 и 84,1% при принятом 0,50. Не смешивать эти цифры с API на 97 фото организатора.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Источники: data/validation/api_gpu_limiter_20260927.json и data/catalog/catalog.json. Наличие 35 отсутствующих вин относится к разметке публичного набора по выгрузке. Договорённость о зачёте null в приватной проверке не получена; docs/organizer_questions.md.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Исторические замеры на 400 синтетических запросах: data/index/ablation_chain_hard_clean.json, recall_sharp.json, tiebreak_sharp.json. with_close_group=61 — наличие близкой группы; touched=5 — изменение лидера; fixed=4, broken=1. Прирост OCR 3/400=0,75 п.п., на слайде округлён до 0,8 п.п. Детекция измерялась на hard, другие этапы на sharp. Приросты нельзя складывать как независимые эффекты.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Приложение. Диаграмма сохранена как историческая диагностическая. Синтетика top-1=87,5%, top-5=94,8% (400); F1=89,3%/94,7% (214 отложенных положительных). Съёмка test: top-1=27/29=93,1%, top-5=28/29=96,6%; F1=86,7%/90,0% с отказом. Источники: data/validation/organizer100_20260925.json, data/index/report_sharp.json и docs/metrics.md.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16000" indent="0">
              <a:lnSpc>
                <a:spcPct val="100000"/>
              </a:lnSpc>
              <a:buNone/>
            </a:pPr>
            <a:r>
              <a:rPr sz="2000" b="0" spc="-1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Приложение. Источники: pipeline/experiment_*.py, data/validation, docs/metrics.md. Гипотезы не объявляются универсально бесполезными; они не прошли критерий внедрения в текущих экспериментах.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e2c4fac750423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25a62601f6b4bb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7fb105e52066448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843a6e7cfa214c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66ed7901190e4cd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6.xml" Id="Re51ade850a6b43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7.xml" Id="Rca38c20ceb08484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8.xml" Id="R257390f82d3c42b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9.xml" Id="R5bbb3b5ae75945d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0.xml" Id="R7f23a6c7ef964f0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1.xml" Id="R04a3b3afc1b8455b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2.xml" Id="Rb3e0675d965c4be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3.xml" Id="Re01d814e64dd4258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4.xml" Id="R2db769c638f544b8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5.xml" Id="R515ce98829624ec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6.xml" Id="R6349d9b4a4934be0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7.xml" Id="R8d13a207df774e9e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8.xml" Id="R24503c1c06034d56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9.xml" Id="R287c1f9387264b4a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0.xml" Id="R5007d0fc3b6c4e11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1.xml" Id="Rfee098e27b6d4281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2.xml" Id="R89105e7b26d34224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3.xml" Id="Rbe98c831ff094cf8" /></Relationships>
</file>

<file path=ppt/slideLayouts/slideLayout1.xml><?xml version="1.0" encoding="utf-8"?>
<p:sldLayout xmlns:p="http://schemas.openxmlformats.org/presentationml/2006/main" type="blank" preserve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33B9BD2-2739-4818-B9AC-D4C21261EAEE}"/>
              </a:ext>
            </a:extLst>
          </p:cNvPr>
          <p:cNvSpPr>
            <a:spLocks xmlns:a="http://schemas.openxmlformats.org/drawingml/2006/main" noGrp="1"/>
          </p:cNvSpPr>
          <p:nvPr>
            <p:ph type="ftr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DE06695-5C13-4D11-B9FE-5B95BC8EC4F4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A5EC44A-5C8D-45A6-8A27-FC4AB4BE5575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DB7943F-37D8-4A8B-A0D3-3D61742BA77B}"/>
              </a:ext>
            </a:extLst>
          </p:cNvPr>
          <p:cNvSpPr>
            <a:spLocks xmlns:a="http://schemas.openxmlformats.org/drawingml/2006/main" noGrp="1"/>
          </p:cNvSpPr>
          <p:nvPr>
            <p:ph type="dt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type="blank" preserve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48FA37-02BF-4787-9703-F232AAB15CFF}"/>
              </a:ext>
            </a:extLst>
          </p:cNvPr>
          <p:cNvSpPr>
            <a:spLocks xmlns:a="http://schemas.openxmlformats.org/drawingml/2006/main" noGrp="1"/>
          </p:cNvSpPr>
          <p:nvPr>
            <p:ph type="ftr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13D9975-AAE3-4B9C-85E0-B79B5D6D8AA6}"/>
              </a:ext>
            </a:extLst>
          </p:cNvPr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2EB0FD-6ACC-4476-A22A-526F2FAC1010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6D38884-681F-4177-990E-79B0207517FF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type="blank" preserve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F96FC17-6550-416E-BA2E-D6E3A19CC337}"/>
              </a:ext>
            </a:extLst>
          </p:cNvPr>
          <p:cNvSpPr>
            <a:spLocks xmlns:a="http://schemas.openxmlformats.org/drawingml/2006/main" noGrp="1"/>
          </p:cNvSpPr>
          <p:nvPr>
            <p:ph type="ftr" idx="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707B824-15F5-46D3-8C16-9386ED8B7A7E}"/>
              </a:ext>
            </a:extLst>
          </p:cNvPr>
          <p:cNvSpPr>
            <a:spLocks xmlns:a="http://schemas.openxmlformats.org/drawingml/2006/main" noGrp="1"/>
          </p:cNvSpPr>
          <p:nvPr>
            <p:ph type="sldNum" idx="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A0AF716-BF83-4397-97C0-FFCDD7C73B5E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E9DC408-0023-42C3-A987-696D638DCFD4}"/>
              </a:ext>
            </a:extLst>
          </p:cNvPr>
          <p:cNvSpPr>
            <a:spLocks xmlns:a="http://schemas.openxmlformats.org/drawingml/2006/main" noGrp="1"/>
          </p:cNvSpPr>
          <p:nvPr>
            <p:ph type="dt" idx="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type="blank" preserve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FC451B4-FD1C-4368-B48C-38832BC88855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B5321BB-CBDA-4D0E-815F-51E1A3C3CA3D}"/>
              </a:ext>
            </a:extLst>
          </p:cNvPr>
          <p:cNvSpPr>
            <a:spLocks xmlns:a="http://schemas.openxmlformats.org/drawingml/2006/main" noGrp="1"/>
          </p:cNvSpPr>
          <p:nvPr>
            <p:ph type="dt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 preserve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FBB35E6-85FD-4E72-A1DD-4E4579A80FD9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F74534B-F223-4FEE-ACD3-460546CA0047}"/>
              </a:ext>
            </a:extLst>
          </p:cNvPr>
          <p:cNvSpPr>
            <a:spLocks xmlns:a="http://schemas.openxmlformats.org/drawingml/2006/main" noGrp="1"/>
          </p:cNvSpPr>
          <p:nvPr>
            <p:ph type="sldNum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C8EC934-EA0F-400F-A773-9DB2BE663234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453231B-6D5A-4243-8971-4498FE30EB55}"/>
              </a:ext>
            </a:extLst>
          </p:cNvPr>
          <p:cNvSpPr>
            <a:spLocks xmlns:a="http://schemas.openxmlformats.org/drawingml/2006/main" noGrp="1"/>
          </p:cNvSpPr>
          <p:nvPr>
            <p:ph type="dt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589FA33-BE34-44F4-9D2C-9A30461010FC}"/>
              </a:ext>
            </a:extLst>
          </p:cNvPr>
          <p:cNvSpPr>
            <a:spLocks xmlns:a="http://schemas.openxmlformats.org/drawingml/2006/main" noGrp="1"/>
          </p:cNvSpPr>
          <p:nvPr>
            <p:ph type="ftr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E9E1CD8A-0C74-45E4-B0C5-512C9676BD3F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E12040B-F566-45EB-8B73-49D5DC18FEAC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64232410-2F75-4D56-B59C-23DBF68DC342}"/>
              </a:ext>
            </a:extLst>
          </p:cNvPr>
          <p:cNvSpPr>
            <a:spLocks xmlns:a="http://schemas.openxmlformats.org/drawingml/2006/main" noGrp="1"/>
          </p:cNvSpPr>
          <p:nvPr>
            <p:ph type="dt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8595F51-BB96-444A-B7F7-0E655C0BF69C}"/>
              </a:ext>
            </a:extLst>
          </p:cNvPr>
          <p:cNvSpPr>
            <a:spLocks xmlns:a="http://schemas.openxmlformats.org/drawingml/2006/main" noGrp="1"/>
          </p:cNvSpPr>
          <p:nvPr>
            <p:ph type="ftr" idx="1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3E03716-6C22-48EB-9F48-C299B009B31E}"/>
              </a:ext>
            </a:extLst>
          </p:cNvPr>
          <p:cNvSpPr>
            <a:spLocks xmlns:a="http://schemas.openxmlformats.org/drawingml/2006/main" noGrp="1"/>
          </p:cNvSpPr>
          <p:nvPr>
            <p:ph type="sldNum" idx="1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3C1179-B464-4459-959C-8E7E5E58F07F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E13D2A72-5753-4843-B6C8-DA1F42E626EF}"/>
              </a:ext>
            </a:extLst>
          </p:cNvPr>
          <p:cNvSpPr>
            <a:spLocks xmlns:a="http://schemas.openxmlformats.org/drawingml/2006/main" noGrp="1"/>
          </p:cNvSpPr>
          <p:nvPr>
            <p:ph type="dt" idx="2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type="blank" preserve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B04C41B-C98C-472B-874B-15EFDC71E248}"/>
              </a:ext>
            </a:extLst>
          </p:cNvPr>
          <p:cNvSpPr>
            <a:spLocks xmlns:a="http://schemas.openxmlformats.org/drawingml/2006/main" noGrp="1"/>
          </p:cNvSpPr>
          <p:nvPr>
            <p:ph type="ftr" idx="2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BCF54D5-09FD-44A4-B4CC-498A88DBF6E8}"/>
              </a:ext>
            </a:extLst>
          </p:cNvPr>
          <p:cNvSpPr>
            <a:spLocks xmlns:a="http://schemas.openxmlformats.org/drawingml/2006/main" noGrp="1"/>
          </p:cNvSpPr>
          <p:nvPr>
            <p:ph type="sldNum" idx="2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AA8EE8F-0DB2-4E6A-AB42-4E3D60DFCA91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4560929-9A2F-4A3F-9642-6E698E8D8A3A}"/>
              </a:ext>
            </a:extLst>
          </p:cNvPr>
          <p:cNvSpPr>
            <a:spLocks xmlns:a="http://schemas.openxmlformats.org/drawingml/2006/main" noGrp="1"/>
          </p:cNvSpPr>
          <p:nvPr>
            <p:ph type="dt" idx="2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type="blank" preserve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2F51906-9DA2-4EAD-AC0A-84E781D8BBB5}"/>
              </a:ext>
            </a:extLst>
          </p:cNvPr>
          <p:cNvSpPr>
            <a:spLocks xmlns:a="http://schemas.openxmlformats.org/drawingml/2006/main" noGrp="1"/>
          </p:cNvSpPr>
          <p:nvPr>
            <p:ph type="ftr" idx="2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C9BBB0F-9A38-409E-ACBA-5B45B9879A2B}"/>
              </a:ext>
            </a:extLst>
          </p:cNvPr>
          <p:cNvSpPr>
            <a:spLocks xmlns:a="http://schemas.openxmlformats.org/drawingml/2006/main" noGrp="1"/>
          </p:cNvSpPr>
          <p:nvPr>
            <p:ph type="sldNum" idx="2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B954FD-6CE0-411C-B5E3-E7EE1C898E67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7D3BE58-F4A6-487E-AD3A-B95D81A35141}"/>
              </a:ext>
            </a:extLst>
          </p:cNvPr>
          <p:cNvSpPr>
            <a:spLocks xmlns:a="http://schemas.openxmlformats.org/drawingml/2006/main" noGrp="1"/>
          </p:cNvSpPr>
          <p:nvPr>
            <p:ph type="dt" idx="2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type="blank" preserve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D5C8662-35C5-498D-9E05-0428C8A61D22}"/>
              </a:ext>
            </a:extLst>
          </p:cNvPr>
          <p:cNvSpPr>
            <a:spLocks xmlns:a="http://schemas.openxmlformats.org/drawingml/2006/main" noGrp="1"/>
          </p:cNvSpPr>
          <p:nvPr>
            <p:ph type="ftr" idx="2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C6271B9-EA8D-450C-9583-58ED67FB1CD3}"/>
              </a:ext>
            </a:extLst>
          </p:cNvPr>
          <p:cNvSpPr>
            <a:spLocks xmlns:a="http://schemas.openxmlformats.org/drawingml/2006/main" noGrp="1"/>
          </p:cNvSpPr>
          <p:nvPr>
            <p:ph type="sldNum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D1F6BB0-9B88-4491-ACF2-CF45BE69D499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D4AAD1A-B240-44B2-9152-5AA2A0BC6686}"/>
              </a:ext>
            </a:extLst>
          </p:cNvPr>
          <p:cNvSpPr>
            <a:spLocks xmlns:a="http://schemas.openxmlformats.org/drawingml/2006/main" noGrp="1"/>
          </p:cNvSpPr>
          <p:nvPr>
            <p:ph type="dt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 preserve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3.xml><?xml version="1.0" encoding="utf-8"?>
<p:sldLayout xmlns:p="http://schemas.openxmlformats.org/presentationml/2006/main" type="blank" preserve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A0305BE-D8F8-4A98-BF34-CE1D2AB9FDA1}"/>
              </a:ext>
            </a:extLst>
          </p:cNvPr>
          <p:cNvSpPr>
            <a:spLocks xmlns:a="http://schemas.openxmlformats.org/drawingml/2006/main" noGrp="1"/>
          </p:cNvSpPr>
          <p:nvPr>
            <p:ph type="ftr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2D98E3D-797D-4AB5-9714-A30E8ADD6EAE}"/>
              </a:ext>
            </a:extLst>
          </p:cNvPr>
          <p:cNvSpPr>
            <a:spLocks xmlns:a="http://schemas.openxmlformats.org/drawingml/2006/main" noGrp="1"/>
          </p:cNvSpPr>
          <p:nvPr>
            <p:ph type="sldNum" idx="3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EFC0F85-03AA-45EB-BDB4-177784A67EB0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6FDA48B-5AD6-47AD-8EFD-BD5209C89EDA}"/>
              </a:ext>
            </a:extLst>
          </p:cNvPr>
          <p:cNvSpPr>
            <a:spLocks xmlns:a="http://schemas.openxmlformats.org/drawingml/2006/main" noGrp="1"/>
          </p:cNvSpPr>
          <p:nvPr>
            <p:ph type="dt" idx="3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type="blank" preserve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F241D61-B717-449E-A795-A629501B71AD}"/>
              </a:ext>
            </a:extLst>
          </p:cNvPr>
          <p:cNvSpPr>
            <a:spLocks xmlns:a="http://schemas.openxmlformats.org/drawingml/2006/main" noGrp="1"/>
          </p:cNvSpPr>
          <p:nvPr>
            <p:ph type="ftr" idx="3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8AE27A4-A996-49E3-BEAA-3611200FCB06}"/>
              </a:ext>
            </a:extLst>
          </p:cNvPr>
          <p:cNvSpPr>
            <a:spLocks xmlns:a="http://schemas.openxmlformats.org/drawingml/2006/main" noGrp="1"/>
          </p:cNvSpPr>
          <p:nvPr>
            <p:ph type="sldNum" idx="3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5F27831-6B9E-4CEC-9846-90105D0F0939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D83C5D0-91CE-4978-A270-D67E386F3EB2}"/>
              </a:ext>
            </a:extLst>
          </p:cNvPr>
          <p:cNvSpPr>
            <a:spLocks xmlns:a="http://schemas.openxmlformats.org/drawingml/2006/main" noGrp="1"/>
          </p:cNvSpPr>
          <p:nvPr>
            <p:ph type="dt" idx="3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1DB2BF6-F6F8-49F0-801A-05C2965D1129}"/>
              </a:ext>
            </a:extLst>
          </p:cNvPr>
          <p:cNvSpPr>
            <a:spLocks xmlns:a="http://schemas.openxmlformats.org/drawingml/2006/main" noGrp="1"/>
          </p:cNvSpPr>
          <p:nvPr>
            <p:ph type="ftr" idx="3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5260C5E9-32EE-471C-AB48-38B74616DC42}"/>
              </a:ext>
            </a:extLst>
          </p:cNvPr>
          <p:cNvSpPr>
            <a:spLocks xmlns:a="http://schemas.openxmlformats.org/drawingml/2006/main" noGrp="1"/>
          </p:cNvSpPr>
          <p:nvPr>
            <p:ph type="sldNum" idx="3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3DDCD99-6FA4-4AE1-974B-006140441872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964AAC2-1BAD-435B-8C50-D3E5C65CD6CB}"/>
              </a:ext>
            </a:extLst>
          </p:cNvPr>
          <p:cNvSpPr>
            <a:spLocks xmlns:a="http://schemas.openxmlformats.org/drawingml/2006/main" noGrp="1"/>
          </p:cNvSpPr>
          <p:nvPr>
            <p:ph type="dt" idx="3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7.xml><?xml version="1.0" encoding="utf-8"?>
<p:sldLayout xmlns:p="http://schemas.openxmlformats.org/presentationml/2006/main" type="blank" preserve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C538836-875D-4FF9-B017-8108B9E0A13B}"/>
              </a:ext>
            </a:extLst>
          </p:cNvPr>
          <p:cNvSpPr>
            <a:spLocks xmlns:a="http://schemas.openxmlformats.org/drawingml/2006/main" noGrp="1"/>
          </p:cNvSpPr>
          <p:nvPr>
            <p:ph type="ftr" idx="3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E84C42C-8DE4-461B-A4B6-359B7308E095}"/>
              </a:ext>
            </a:extLst>
          </p:cNvPr>
          <p:cNvSpPr>
            <a:spLocks xmlns:a="http://schemas.openxmlformats.org/drawingml/2006/main" noGrp="1"/>
          </p:cNvSpPr>
          <p:nvPr>
            <p:ph type="sldNum" idx="4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F931FBE-C05E-4A32-9DBC-F0328E97AF3D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0023EAC-7A68-4306-A79F-6D9B415F28C3}"/>
              </a:ext>
            </a:extLst>
          </p:cNvPr>
          <p:cNvSpPr>
            <a:spLocks xmlns:a="http://schemas.openxmlformats.org/drawingml/2006/main" noGrp="1"/>
          </p:cNvSpPr>
          <p:nvPr>
            <p:ph type="dt" idx="4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type="blank" preserve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401E876-3922-43B4-95FB-2D10995462CA}"/>
              </a:ext>
            </a:extLst>
          </p:cNvPr>
          <p:cNvSpPr>
            <a:spLocks xmlns:a="http://schemas.openxmlformats.org/drawingml/2006/main" noGrp="1"/>
          </p:cNvSpPr>
          <p:nvPr>
            <p:ph type="ftr" idx="4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0A4E64D-DFBB-4D37-8D11-49B53AF944DE}"/>
              </a:ext>
            </a:extLst>
          </p:cNvPr>
          <p:cNvSpPr>
            <a:spLocks xmlns:a="http://schemas.openxmlformats.org/drawingml/2006/main" noGrp="1"/>
          </p:cNvSpPr>
          <p:nvPr>
            <p:ph type="sldNum" idx="4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5939228-7972-4084-A2C1-8F0DD57A3D87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99D1D47-4D06-4549-BB46-C56B1B1A2F98}"/>
              </a:ext>
            </a:extLst>
          </p:cNvPr>
          <p:cNvSpPr>
            <a:spLocks xmlns:a="http://schemas.openxmlformats.org/drawingml/2006/main" noGrp="1"/>
          </p:cNvSpPr>
          <p:nvPr>
            <p:ph type="dt" idx="4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type="blank" preserve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A1472BD-7949-4B2D-939A-B5F04E686944}"/>
              </a:ext>
            </a:extLst>
          </p:cNvPr>
          <p:cNvSpPr>
            <a:spLocks xmlns:a="http://schemas.openxmlformats.org/drawingml/2006/main" noGrp="1"/>
          </p:cNvSpPr>
          <p:nvPr>
            <p:ph type="ftr" idx="4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9139DF1-39E6-45AC-A4CC-3E7FCC5A5A4A}"/>
              </a:ext>
            </a:extLst>
          </p:cNvPr>
          <p:cNvSpPr>
            <a:spLocks xmlns:a="http://schemas.openxmlformats.org/drawingml/2006/main" noGrp="1"/>
          </p:cNvSpPr>
          <p:nvPr>
            <p:ph type="sldNum" idx="4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60ED0F7-C946-4524-94B8-B05F758599F1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407DF8B-5708-4EB5-BB07-30E21C4FEFC2}"/>
              </a:ext>
            </a:extLst>
          </p:cNvPr>
          <p:cNvSpPr>
            <a:spLocks xmlns:a="http://schemas.openxmlformats.org/drawingml/2006/main" noGrp="1"/>
          </p:cNvSpPr>
          <p:nvPr>
            <p:ph type="dt" idx="4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type="blank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CD1D28A-77E4-4F86-A22C-65C7EC12AC18}"/>
              </a:ext>
            </a:extLst>
          </p:cNvPr>
          <p:cNvSpPr>
            <a:spLocks xmlns:a="http://schemas.openxmlformats.org/drawingml/2006/main" noGrp="1"/>
          </p:cNvSpPr>
          <p:nvPr>
            <p:ph type="ftr" idx="4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41580B6-6B99-4609-8C1D-4996B51586D7}"/>
              </a:ext>
            </a:extLst>
          </p:cNvPr>
          <p:cNvSpPr>
            <a:spLocks xmlns:a="http://schemas.openxmlformats.org/drawingml/2006/main" noGrp="1"/>
          </p:cNvSpPr>
          <p:nvPr>
            <p:ph type="sldNum" idx="4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4E5028B-875B-4A22-A6E9-9D173518BB12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FDF3725-37E2-44D9-96E1-010B02E85860}"/>
              </a:ext>
            </a:extLst>
          </p:cNvPr>
          <p:cNvSpPr>
            <a:spLocks xmlns:a="http://schemas.openxmlformats.org/drawingml/2006/main" noGrp="1"/>
          </p:cNvSpPr>
          <p:nvPr>
            <p:ph type="dt" idx="5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type="blank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B89AD30-6AB4-437E-BCB4-C3FD1D06DD28}"/>
              </a:ext>
            </a:extLst>
          </p:cNvPr>
          <p:cNvSpPr>
            <a:spLocks xmlns:a="http://schemas.openxmlformats.org/drawingml/2006/main" noGrp="1"/>
          </p:cNvSpPr>
          <p:nvPr>
            <p:ph type="ftr" idx="5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D75B865-ACD4-4BD8-9861-5F3E29DBF6C1}"/>
              </a:ext>
            </a:extLst>
          </p:cNvPr>
          <p:cNvSpPr>
            <a:spLocks xmlns:a="http://schemas.openxmlformats.org/drawingml/2006/main" noGrp="1"/>
          </p:cNvSpPr>
          <p:nvPr>
            <p:ph type="sldNum" idx="5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C1009B-73E7-4091-BB20-1AA0A13A5261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0104E45-BFCC-415E-B6F6-572E9B87F9A7}"/>
              </a:ext>
            </a:extLst>
          </p:cNvPr>
          <p:cNvSpPr>
            <a:spLocks xmlns:a="http://schemas.openxmlformats.org/drawingml/2006/main" noGrp="1"/>
          </p:cNvSpPr>
          <p:nvPr>
            <p:ph type="dt" idx="5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22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F616EF8-DEB1-4D78-BD08-DA319D24903C}"/>
              </a:ext>
            </a:extLst>
          </p:cNvPr>
          <p:cNvSpPr>
            <a:spLocks xmlns:a="http://schemas.openxmlformats.org/drawingml/2006/main" noGrp="1"/>
          </p:cNvSpPr>
          <p:nvPr>
            <p:ph type="ftr" idx="5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D6C1F5C-E85B-49F5-9616-E5605B78ACC0}"/>
              </a:ext>
            </a:extLst>
          </p:cNvPr>
          <p:cNvSpPr>
            <a:spLocks xmlns:a="http://schemas.openxmlformats.org/drawingml/2006/main" noGrp="1"/>
          </p:cNvSpPr>
          <p:nvPr>
            <p:ph type="sldNum" idx="5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75769DC-20B8-46B1-BA08-71CCE95D374C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E9AB5748-5DE1-4DC0-A90B-E4A9E5180DDF}"/>
              </a:ext>
            </a:extLst>
          </p:cNvPr>
          <p:cNvSpPr>
            <a:spLocks xmlns:a="http://schemas.openxmlformats.org/drawingml/2006/main" noGrp="1"/>
          </p:cNvSpPr>
          <p:nvPr>
            <p:ph type="dt" idx="5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type="blank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C7DA4EC-2C87-4D78-8A4E-5B7A73696791}"/>
              </a:ext>
            </a:extLst>
          </p:cNvPr>
          <p:cNvSpPr>
            <a:spLocks xmlns:a="http://schemas.openxmlformats.org/drawingml/2006/main" noGrp="1"/>
          </p:cNvSpPr>
          <p:nvPr>
            <p:ph type="ftr" idx="5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Footer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24392ACD-A4AB-40DA-BEE3-653CF893C3B5}"/>
              </a:ext>
            </a:extLst>
          </p:cNvPr>
          <p:cNvSpPr>
            <a:spLocks xmlns:a="http://schemas.openxmlformats.org/drawingml/2006/main" noGrp="1"/>
          </p:cNvSpPr>
          <p:nvPr>
            <p:ph type="sldNum" idx="5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9279345-FE3B-4376-AB5D-2B41B7A90BEA}" type="slidenum">
              <a:t>&lt;#&gt;</a:t>
            </a:fld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A7001C0-DBEF-4469-98D2-186F5B1CBDD0}"/>
              </a:ext>
            </a:extLst>
          </p:cNvPr>
          <p:cNvSpPr>
            <a:spLocks xmlns:a="http://schemas.openxmlformats.org/drawingml/2006/main" noGrp="1"/>
          </p:cNvSpPr>
          <p:nvPr>
            <p:ph type="dt" idx="5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7b845e0999174cdd" /><Relationship Type="http://schemas.openxmlformats.org/officeDocument/2006/relationships/theme" Target="/ppt/slideMasters/theme/theme2.xml" Id="Re36e8e1cbd4c470e" /><Relationship Type="http://schemas.openxmlformats.org/officeDocument/2006/relationships/slideLayout" Target="/ppt/slideLayouts/slideLayout1.xml" Id="R8e335c22bc644341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2.png" Id="R95b1569315304e11" /><Relationship Type="http://schemas.openxmlformats.org/officeDocument/2006/relationships/theme" Target="/ppt/slideMasters/theme/theme3.xml" Id="R35604ac673e544ae" /><Relationship Type="http://schemas.openxmlformats.org/officeDocument/2006/relationships/slideLayout" Target="/ppt/slideLayouts/slideLayout2.xml" Id="R70b35bf4ce2b4a99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image" Target="/ppt/media/image2.png" Id="R9d0277ee08b4496b" /><Relationship Type="http://schemas.openxmlformats.org/officeDocument/2006/relationships/theme" Target="/ppt/slideMasters/theme/theme4.xml" Id="R3a26b455f1ff4a32" /><Relationship Type="http://schemas.openxmlformats.org/officeDocument/2006/relationships/slideLayout" Target="/ppt/slideLayouts/slideLayout3.xml" Id="R396f7349df3a49ad" /></Relationships>
</file>

<file path=ppt/slideMasters/_rels/slideMaster4.xml.rels>&#65279;<?xml version="1.0" encoding="utf-8"?><Relationships xmlns="http://schemas.openxmlformats.org/package/2006/relationships"><Relationship Type="http://schemas.openxmlformats.org/officeDocument/2006/relationships/image" Target="/ppt/media/image2.png" Id="R776a216d003f4ef2" /><Relationship Type="http://schemas.openxmlformats.org/officeDocument/2006/relationships/theme" Target="/ppt/slideMasters/theme/theme5.xml" Id="R12cbd5f42e8d4d36" /><Relationship Type="http://schemas.openxmlformats.org/officeDocument/2006/relationships/slideLayout" Target="/ppt/slideLayouts/slideLayout4.xml" Id="Rbc9cf11d62814961" /></Relationships>
</file>

<file path=ppt/slideMasters/_rels/slideMaster5.xml.rels>&#65279;<?xml version="1.0" encoding="utf-8"?><Relationships xmlns="http://schemas.openxmlformats.org/package/2006/relationships"><Relationship Type="http://schemas.openxmlformats.org/officeDocument/2006/relationships/image" Target="/ppt/media/image2.png" Id="R51b6f484d059466b" /><Relationship Type="http://schemas.openxmlformats.org/officeDocument/2006/relationships/theme" Target="/ppt/slideMasters/theme/theme6.xml" Id="Rb9f95355904c4e30" /><Relationship Type="http://schemas.openxmlformats.org/officeDocument/2006/relationships/slideLayout" Target="/ppt/slideLayouts/slideLayout5.xml" Id="R7cdcbdde6e094f45" /></Relationships>
</file>

<file path=ppt/slideMasters/_rels/slideMaster6.xml.rels>&#65279;<?xml version="1.0" encoding="utf-8"?><Relationships xmlns="http://schemas.openxmlformats.org/package/2006/relationships"><Relationship Type="http://schemas.openxmlformats.org/officeDocument/2006/relationships/image" Target="/ppt/media/image2.png" Id="R17300089a8da49c9" /><Relationship Type="http://schemas.openxmlformats.org/officeDocument/2006/relationships/theme" Target="/ppt/slideMasters/theme/theme7.xml" Id="R1b91064bc28b4a9c" /><Relationship Type="http://schemas.openxmlformats.org/officeDocument/2006/relationships/slideLayout" Target="/ppt/slideLayouts/slideLayout6.xml" Id="Rdfa51c7168484b31" /></Relationships>
</file>

<file path=ppt/slideMasters/_rels/slideMaster7.xml.rels>&#65279;<?xml version="1.0" encoding="utf-8"?><Relationships xmlns="http://schemas.openxmlformats.org/package/2006/relationships"><Relationship Type="http://schemas.openxmlformats.org/officeDocument/2006/relationships/image" Target="/ppt/media/image2.png" Id="Rd4e656a62fd8436a" /><Relationship Type="http://schemas.openxmlformats.org/officeDocument/2006/relationships/theme" Target="/ppt/slideMasters/theme/theme8.xml" Id="R58aaeb03b3494f92" /><Relationship Type="http://schemas.openxmlformats.org/officeDocument/2006/relationships/slideLayout" Target="/ppt/slideLayouts/slideLayout7.xml" Id="R59935ba677c949f2" /></Relationships>
</file>

<file path=ppt/slideMasters/_rels/slideMaster8.xml.rels>&#65279;<?xml version="1.0" encoding="utf-8"?><Relationships xmlns="http://schemas.openxmlformats.org/package/2006/relationships"><Relationship Type="http://schemas.openxmlformats.org/officeDocument/2006/relationships/image" Target="/ppt/media/image2.png" Id="R7ed6ab6275ce4aca" /><Relationship Type="http://schemas.openxmlformats.org/officeDocument/2006/relationships/theme" Target="/ppt/slideMasters/theme/theme9.xml" Id="Rc51ae765a3424302" /><Relationship Type="http://schemas.openxmlformats.org/officeDocument/2006/relationships/slideLayout" Target="/ppt/slideLayouts/slideLayout8.xml" Id="Ra56a40802dfe45aa" /></Relationships>
</file>

<file path=ppt/slideMasters/_rels/slideMaster9.xml.rels>&#65279;<?xml version="1.0" encoding="utf-8"?><Relationships xmlns="http://schemas.openxmlformats.org/package/2006/relationships"><Relationship Type="http://schemas.openxmlformats.org/officeDocument/2006/relationships/image" Target="/ppt/media/image2.png" Id="R3489ba22f9b94668" /><Relationship Type="http://schemas.openxmlformats.org/officeDocument/2006/relationships/theme" Target="/ppt/slideMasters/theme/theme10.xml" Id="Rb323b08b32d64e19" /><Relationship Type="http://schemas.openxmlformats.org/officeDocument/2006/relationships/slideLayout" Target="/ppt/slideLayouts/slideLayout9.xml" Id="R95c7cd467f4b448b" /></Relationships>
</file>

<file path=ppt/slideMasters/_rels/slideMaster10.xml.rels>&#65279;<?xml version="1.0" encoding="utf-8"?><Relationships xmlns="http://schemas.openxmlformats.org/package/2006/relationships"><Relationship Type="http://schemas.openxmlformats.org/officeDocument/2006/relationships/image" Target="/ppt/media/image2.png" Id="R3dc0a985243c4eda" /><Relationship Type="http://schemas.openxmlformats.org/officeDocument/2006/relationships/theme" Target="/ppt/slideMasters/theme/theme11.xml" Id="R3b16c72b2f684374" /><Relationship Type="http://schemas.openxmlformats.org/officeDocument/2006/relationships/slideLayout" Target="/ppt/slideLayouts/slideLayout10.xml" Id="R0236c153b8f04c27" /></Relationships>
</file>

<file path=ppt/slideMasters/_rels/slideMaster11.xml.rels>&#65279;<?xml version="1.0" encoding="utf-8"?><Relationships xmlns="http://schemas.openxmlformats.org/package/2006/relationships"><Relationship Type="http://schemas.openxmlformats.org/officeDocument/2006/relationships/image" Target="/ppt/media/image2.png" Id="Ra895684cba3f49bf" /><Relationship Type="http://schemas.openxmlformats.org/officeDocument/2006/relationships/theme" Target="/ppt/slideMasters/theme/theme12.xml" Id="R295dca45c81f4c0c" /><Relationship Type="http://schemas.openxmlformats.org/officeDocument/2006/relationships/slideLayout" Target="/ppt/slideLayouts/slideLayout11.xml" Id="R43abfd1faac14656" /></Relationships>
</file>

<file path=ppt/slideMasters/_rels/slideMaster12.xml.rels>&#65279;<?xml version="1.0" encoding="utf-8"?><Relationships xmlns="http://schemas.openxmlformats.org/package/2006/relationships"><Relationship Type="http://schemas.openxmlformats.org/officeDocument/2006/relationships/image" Target="/ppt/media/image2.png" Id="Red9e2fec0c31499f" /><Relationship Type="http://schemas.openxmlformats.org/officeDocument/2006/relationships/theme" Target="/ppt/slideMasters/theme/theme13.xml" Id="Rc10609635c7a4e3b" /><Relationship Type="http://schemas.openxmlformats.org/officeDocument/2006/relationships/slideLayout" Target="/ppt/slideLayouts/slideLayout12.xml" Id="R2104dbfd684543ed" /></Relationships>
</file>

<file path=ppt/slideMasters/_rels/slideMaster13.xml.rels>&#65279;<?xml version="1.0" encoding="utf-8"?><Relationships xmlns="http://schemas.openxmlformats.org/package/2006/relationships"><Relationship Type="http://schemas.openxmlformats.org/officeDocument/2006/relationships/image" Target="/ppt/media/image2.png" Id="Re9e5040baa51478c" /><Relationship Type="http://schemas.openxmlformats.org/officeDocument/2006/relationships/theme" Target="/ppt/slideMasters/theme/theme14.xml" Id="R9b5000b69017484f" /><Relationship Type="http://schemas.openxmlformats.org/officeDocument/2006/relationships/slideLayout" Target="/ppt/slideLayouts/slideLayout13.xml" Id="R70a02529f29541b3" /></Relationships>
</file>

<file path=ppt/slideMasters/_rels/slideMaster14.xml.rels>&#65279;<?xml version="1.0" encoding="utf-8"?><Relationships xmlns="http://schemas.openxmlformats.org/package/2006/relationships"><Relationship Type="http://schemas.openxmlformats.org/officeDocument/2006/relationships/image" Target="/ppt/media/image2.png" Id="Rc769726fa16d4040" /><Relationship Type="http://schemas.openxmlformats.org/officeDocument/2006/relationships/theme" Target="/ppt/slideMasters/theme/theme15.xml" Id="Rffbce73c1b5a48ee" /><Relationship Type="http://schemas.openxmlformats.org/officeDocument/2006/relationships/slideLayout" Target="/ppt/slideLayouts/slideLayout14.xml" Id="R4213d4d15e2c4e3d" /></Relationships>
</file>

<file path=ppt/slideMasters/_rels/slideMaster15.xml.rels>&#65279;<?xml version="1.0" encoding="utf-8"?><Relationships xmlns="http://schemas.openxmlformats.org/package/2006/relationships"><Relationship Type="http://schemas.openxmlformats.org/officeDocument/2006/relationships/image" Target="/ppt/media/image2.png" Id="R936dd783525b4c85" /><Relationship Type="http://schemas.openxmlformats.org/officeDocument/2006/relationships/theme" Target="/ppt/slideMasters/theme/theme16.xml" Id="Ra0ea43cc313e4f7d" /><Relationship Type="http://schemas.openxmlformats.org/officeDocument/2006/relationships/slideLayout" Target="/ppt/slideLayouts/slideLayout15.xml" Id="R6ff1ca9180ba46d9" /></Relationships>
</file>

<file path=ppt/slideMasters/_rels/slideMaster16.xml.rels>&#65279;<?xml version="1.0" encoding="utf-8"?><Relationships xmlns="http://schemas.openxmlformats.org/package/2006/relationships"><Relationship Type="http://schemas.openxmlformats.org/officeDocument/2006/relationships/image" Target="/ppt/media/image2.png" Id="R5cfaa8050cc9487d" /><Relationship Type="http://schemas.openxmlformats.org/officeDocument/2006/relationships/theme" Target="/ppt/slideMasters/theme/theme17.xml" Id="R462702ba520047dd" /><Relationship Type="http://schemas.openxmlformats.org/officeDocument/2006/relationships/slideLayout" Target="/ppt/slideLayouts/slideLayout16.xml" Id="Redcf329456fe415a" /></Relationships>
</file>

<file path=ppt/slideMasters/_rels/slideMaster17.xml.rels>&#65279;<?xml version="1.0" encoding="utf-8"?><Relationships xmlns="http://schemas.openxmlformats.org/package/2006/relationships"><Relationship Type="http://schemas.openxmlformats.org/officeDocument/2006/relationships/image" Target="/ppt/media/image2.png" Id="Rb0a9c19badfb450b" /><Relationship Type="http://schemas.openxmlformats.org/officeDocument/2006/relationships/theme" Target="/ppt/slideMasters/theme/theme18.xml" Id="Rb117ed5b73a44af3" /><Relationship Type="http://schemas.openxmlformats.org/officeDocument/2006/relationships/slideLayout" Target="/ppt/slideLayouts/slideLayout17.xml" Id="R76bb4c29810c4e80" /></Relationships>
</file>

<file path=ppt/slideMasters/_rels/slideMaster18.xml.rels>&#65279;<?xml version="1.0" encoding="utf-8"?><Relationships xmlns="http://schemas.openxmlformats.org/package/2006/relationships"><Relationship Type="http://schemas.openxmlformats.org/officeDocument/2006/relationships/image" Target="/ppt/media/image2.png" Id="R5900efb093cc417b" /><Relationship Type="http://schemas.openxmlformats.org/officeDocument/2006/relationships/theme" Target="/ppt/slideMasters/theme/theme19.xml" Id="R381cc406445e4453" /><Relationship Type="http://schemas.openxmlformats.org/officeDocument/2006/relationships/slideLayout" Target="/ppt/slideLayouts/slideLayout18.xml" Id="Rde277405d87542a4" /></Relationships>
</file>

<file path=ppt/slideMasters/_rels/slideMaster19.xml.rels>&#65279;<?xml version="1.0" encoding="utf-8"?><Relationships xmlns="http://schemas.openxmlformats.org/package/2006/relationships"><Relationship Type="http://schemas.openxmlformats.org/officeDocument/2006/relationships/image" Target="/ppt/media/image2.png" Id="Re57c79a31fc34e2b" /><Relationship Type="http://schemas.openxmlformats.org/officeDocument/2006/relationships/theme" Target="/ppt/slideMasters/theme/theme20.xml" Id="Rfabaa16eb4d14f78" /><Relationship Type="http://schemas.openxmlformats.org/officeDocument/2006/relationships/slideLayout" Target="/ppt/slideLayouts/slideLayout19.xml" Id="Rb94a0239ddc244fc" /></Relationships>
</file>

<file path=ppt/slideMasters/_rels/slideMaster20.xml.rels>&#65279;<?xml version="1.0" encoding="utf-8"?><Relationships xmlns="http://schemas.openxmlformats.org/package/2006/relationships"><Relationship Type="http://schemas.openxmlformats.org/officeDocument/2006/relationships/image" Target="/ppt/media/image2.png" Id="Rb8359d13e4294919" /><Relationship Type="http://schemas.openxmlformats.org/officeDocument/2006/relationships/theme" Target="/ppt/slideMasters/theme/theme21.xml" Id="R5589d3eb1d9e457e" /><Relationship Type="http://schemas.openxmlformats.org/officeDocument/2006/relationships/slideLayout" Target="/ppt/slideLayouts/slideLayout20.xml" Id="R69b2e454abe9427e" /></Relationships>
</file>

<file path=ppt/slideMasters/_rels/slideMaster21.xml.rels>&#65279;<?xml version="1.0" encoding="utf-8"?><Relationships xmlns="http://schemas.openxmlformats.org/package/2006/relationships"><Relationship Type="http://schemas.openxmlformats.org/officeDocument/2006/relationships/image" Target="/ppt/media/image2.png" Id="Rc4c3f5af94b4456b" /><Relationship Type="http://schemas.openxmlformats.org/officeDocument/2006/relationships/theme" Target="/ppt/slideMasters/theme/theme22.xml" Id="R0d3746e65c34435e" /><Relationship Type="http://schemas.openxmlformats.org/officeDocument/2006/relationships/slideLayout" Target="/ppt/slideLayouts/slideLayout21.xml" Id="Radb1f45805ed44ad" /></Relationships>
</file>

<file path=ppt/slideMasters/_rels/slideMaster22.xml.rels>&#65279;<?xml version="1.0" encoding="utf-8"?><Relationships xmlns="http://schemas.openxmlformats.org/package/2006/relationships"><Relationship Type="http://schemas.openxmlformats.org/officeDocument/2006/relationships/image" Target="/ppt/media/image2.png" Id="R8e6a4dc196b24705" /><Relationship Type="http://schemas.openxmlformats.org/officeDocument/2006/relationships/theme" Target="/ppt/slideMasters/theme/theme23.xml" Id="R1f10fafacaef4d69" /><Relationship Type="http://schemas.openxmlformats.org/officeDocument/2006/relationships/slideLayout" Target="/ppt/slideLayouts/slideLayout22.xml" Id="R1b9f6ec17e4d4e07" /></Relationships>
</file>

<file path=ppt/slideMasters/_rels/slideMaster23.xml.rels>&#65279;<?xml version="1.0" encoding="utf-8"?><Relationships xmlns="http://schemas.openxmlformats.org/package/2006/relationships"><Relationship Type="http://schemas.openxmlformats.org/officeDocument/2006/relationships/image" Target="/ppt/media/image2.png" Id="R17658cad10de4241" /><Relationship Type="http://schemas.openxmlformats.org/officeDocument/2006/relationships/theme" Target="/ppt/slideMasters/theme/theme24.xml" Id="Ra8a5e9931ea9493b" /><Relationship Type="http://schemas.openxmlformats.org/officeDocument/2006/relationships/slideLayout" Target="/ppt/slideLayouts/slideLayout23.xml" Id="R36455db63fd94c42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7b845e0999174cdd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5067B2F-C85A-442B-AD5F-F7C505F436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ав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ки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кс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та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заг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ла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лк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шь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509218B-6490-44E1-90F5-4B19954AA7C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335c22bc644341"/>
  </p:sldLayoutIdLst>
</p:sldMaster>
</file>

<file path=ppt/slideMasters/slideMaster2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95b1569315304e11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ED57DCF-B675-4DF7-9968-2A78BCE65C67}"/>
              </a:ext>
            </a:extLst>
          </p:cNvPr>
          <p:cNvSpPr>
            <a:spLocks xmlns:a="http://schemas.openxmlformats.org/drawingml/2006/main" noGrp="1"/>
          </p:cNvSpPr>
          <p:nvPr>
            <p:ph type="ftr" idx="1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BB44064-A0CA-4365-8AD1-5B9A47F47E14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3D3746-30DC-458F-9D89-0990A2DE9E9A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A8F053F-621E-4E07-A307-6DBB4570A525}"/>
              </a:ext>
            </a:extLst>
          </p:cNvPr>
          <p:cNvSpPr>
            <a:spLocks xmlns:a="http://schemas.openxmlformats.org/drawingml/2006/main" noGrp="1"/>
          </p:cNvSpPr>
          <p:nvPr>
            <p:ph type="dt" idx="3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70b35bf4ce2b4a99"/>
  </p:sldLayoutIdLst>
</p:sldMaster>
</file>

<file path=ppt/slideMasters/slideMaster3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9d0277ee08b4496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B96EE16-1A69-4982-9FA5-F64B3A9D6478}"/>
              </a:ext>
            </a:extLst>
          </p:cNvPr>
          <p:cNvSpPr>
            <a:spLocks xmlns:a="http://schemas.openxmlformats.org/drawingml/2006/main" noGrp="1"/>
          </p:cNvSpPr>
          <p:nvPr>
            <p:ph type="ftr" idx="4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D820F9-6AEC-4628-AA44-6DE6F5F7E779}"/>
              </a:ext>
            </a:extLst>
          </p:cNvPr>
          <p:cNvSpPr>
            <a:spLocks xmlns:a="http://schemas.openxmlformats.org/drawingml/2006/main" noGrp="1"/>
          </p:cNvSpPr>
          <p:nvPr>
            <p:ph type="sldNum" idx="5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539A2648-064F-4048-AA46-9B45FA62A0A0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20D1A2E-C031-4A91-A999-8D711ABFEBF8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09B2CF9-0207-4E89-87BC-EAFB5DDB3C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л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а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и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а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з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а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г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л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а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ё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л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4BD71417-791E-40B1-920F-B50E7B4F1C6B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3" r:id="R396f7349df3a49ad"/>
  </p:sldLayoutIdLst>
</p:sldMaster>
</file>

<file path=ppt/slideMasters/slideMaster4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776a216d003f4ef2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ACAFE50D-8D3E-49B8-9925-273976214A48}"/>
              </a:ext>
            </a:extLst>
          </p:cNvPr>
          <p:cNvSpPr>
            <a:spLocks xmlns:a="http://schemas.openxmlformats.org/drawingml/2006/main" noGrp="1"/>
          </p:cNvSpPr>
          <p:nvPr>
            <p:ph type="ftr" idx="7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A4AB7C-C151-4129-BA00-000F2881BA9C}"/>
              </a:ext>
            </a:extLst>
          </p:cNvPr>
          <p:cNvSpPr>
            <a:spLocks xmlns:a="http://schemas.openxmlformats.org/drawingml/2006/main" noGrp="1"/>
          </p:cNvSpPr>
          <p:nvPr>
            <p:ph type="sldNum" idx="8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F2DE9ACE-65A4-414E-B3C5-BD5B55BE6E88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20662BE4-998F-41ED-B7E5-D7FD94624074}"/>
              </a:ext>
            </a:extLst>
          </p:cNvPr>
          <p:cNvSpPr>
            <a:spLocks xmlns:a="http://schemas.openxmlformats.org/drawingml/2006/main" noGrp="1"/>
          </p:cNvSpPr>
          <p:nvPr>
            <p:ph type="dt" idx="9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2E23C07-D11D-4ACD-BCC5-C3717DBDF0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D6285E0-B5CB-40B9-87B3-28B714743A11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5" r:id="Rbc9cf11d62814961"/>
  </p:sldLayoutIdLst>
</p:sldMaster>
</file>

<file path=ppt/slideMasters/slideMaster5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51b6f484d059466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F8370ED-DC7A-4FF4-8E62-12D618BBB573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825A952-62DA-4A7C-B7F1-C22667BA6310}"/>
              </a:ext>
            </a:extLst>
          </p:cNvPr>
          <p:cNvSpPr>
            <a:spLocks xmlns:a="http://schemas.openxmlformats.org/drawingml/2006/main" noGrp="1"/>
          </p:cNvSpPr>
          <p:nvPr>
            <p:ph type="dt" idx="11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650B09E8-7FF3-4ED4-A431-763EA8FE95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9565E8FA-64E1-452C-A990-13A0AC83C4F5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7" r:id="R7cdcbdde6e094f45"/>
  </p:sldLayoutIdLst>
</p:sldMaster>
</file>

<file path=ppt/slideMasters/slideMaster6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17300089a8da49c9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FA477E2-EED0-4910-9E34-E50C5268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1026720"/>
            <a:ext cx="4789440" cy="16146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137A25-BA62-4CCF-92C6-91A5074C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2807640"/>
            <a:ext cx="4789440" cy="16146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628EFCD-B98E-4C43-9EA8-FA6D901F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4583880"/>
            <a:ext cx="4789440" cy="161460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386CB7A-0255-4A98-897B-CB0E29EE2456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5F722D7A-5586-4899-A6C9-78BBC1BE8141}"/>
              </a:ext>
            </a:extLst>
          </p:cNvPr>
          <p:cNvSpPr>
            <a:spLocks xmlns:a="http://schemas.openxmlformats.org/drawingml/2006/main" noGrp="1"/>
          </p:cNvSpPr>
          <p:nvPr>
            <p:ph type="sldNum" idx="13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C7F619A-3158-4E9D-A29D-B8F7D7633A48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36084CC-038B-45A8-9418-B3CE40664D11}"/>
              </a:ext>
            </a:extLst>
          </p:cNvPr>
          <p:cNvSpPr>
            <a:spLocks xmlns:a="http://schemas.openxmlformats.org/drawingml/2006/main" noGrp="1"/>
          </p:cNvSpPr>
          <p:nvPr>
            <p:ph type="dt" idx="14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5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1D697FFA-FF0D-4632-A6CF-0D41B58A4F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66E5BB41-26B6-498D-AC56-DFEE704033D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9" r:id="Rdfa51c7168484b31"/>
  </p:sldLayoutIdLst>
</p:sldMaster>
</file>

<file path=ppt/slideMasters/slideMaster7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d4e656a62fd8436a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A908687-F5BE-4EDB-A3EB-712FE718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101592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6BC6936-DDDF-449B-B048-CA8F7766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228456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60CD4E7-0D5F-4B91-BBF6-2143F967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355320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9119938-1659-4DE9-B474-314005FA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482184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901C37A-0537-44AC-9EBF-F0D0B25C6A62}"/>
              </a:ext>
            </a:extLst>
          </p:cNvPr>
          <p:cNvSpPr>
            <a:spLocks xmlns:a="http://schemas.openxmlformats.org/drawingml/2006/main" noGrp="1"/>
          </p:cNvSpPr>
          <p:nvPr>
            <p:ph type="ftr" idx="15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EB1F4AB-851A-4AAF-8282-79B20E734EB9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A9150F2-4901-43C6-8036-B52E60F2DE6C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23663A10-5F52-4909-883F-0542A0E71C23}"/>
              </a:ext>
            </a:extLst>
          </p:cNvPr>
          <p:cNvSpPr>
            <a:spLocks xmlns:a="http://schemas.openxmlformats.org/drawingml/2006/main" noGrp="1"/>
          </p:cNvSpPr>
          <p:nvPr>
            <p:ph type="dt" idx="17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59935ba677c949f2"/>
  </p:sldLayoutIdLst>
</p:sldMaster>
</file>

<file path=ppt/slideMasters/slideMaster8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7ed6ab6275ce4aca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9A865C6-36D0-4083-A38F-BC542092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101592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A3C597-3DE1-43E0-81E5-C30F7F47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228456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1A433-6255-49E9-B994-803DDD3A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355320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B3D0E4D-D633-4868-B7C0-1C68BE26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040" y="4821840"/>
            <a:ext cx="47894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B187E98-D81A-466A-98CA-9C437F3B2A1B}"/>
              </a:ext>
            </a:extLst>
          </p:cNvPr>
          <p:cNvSpPr>
            <a:spLocks xmlns:a="http://schemas.openxmlformats.org/drawingml/2006/main" noGrp="1"/>
          </p:cNvSpPr>
          <p:nvPr>
            <p:ph type="ftr" idx="18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6BF1449-D5F2-4A9A-8CB6-91D17B6A3938}"/>
              </a:ext>
            </a:extLst>
          </p:cNvPr>
          <p:cNvSpPr>
            <a:spLocks xmlns:a="http://schemas.openxmlformats.org/drawingml/2006/main" noGrp="1"/>
          </p:cNvSpPr>
          <p:nvPr>
            <p:ph type="sldNum" idx="19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1BB3141-064C-4C36-9BA9-9CD7594AEA73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0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695D0907-AAA9-4B5A-B3A8-025CFBBE45E2}"/>
              </a:ext>
            </a:extLst>
          </p:cNvPr>
          <p:cNvSpPr>
            <a:spLocks xmlns:a="http://schemas.openxmlformats.org/drawingml/2006/main" noGrp="1"/>
          </p:cNvSpPr>
          <p:nvPr>
            <p:ph type="dt" idx="20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1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E74DA592-00BA-4848-BD10-F0D5C2EA4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8ED12D9-E521-4618-87F3-A7FB375762A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вёр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вен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укт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a56a40802dfe45aa"/>
  </p:sldLayoutIdLst>
</p:sldMaster>
</file>

<file path=ppt/slideMasters/slideMaster9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3489ba22f9b94668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3DC0B8F-2876-4D7D-8B78-798CBA6C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024920"/>
            <a:ext cx="2525400" cy="1476000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6475101-67C0-4A1C-9B26-9D4A9F92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000" y="1024920"/>
            <a:ext cx="2525400" cy="1476000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017CB14-A9EB-429A-A55A-5B93D6CD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0840" y="1024920"/>
            <a:ext cx="2525400" cy="1476000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C211D7A-EFAA-41EC-BA69-1B677F17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3440" y="4358160"/>
            <a:ext cx="2525400" cy="1476000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F595B2B-E1E2-422A-AE39-20A87F97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0480" y="4358160"/>
            <a:ext cx="2525400" cy="1476000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775315C-6AB1-4FF4-B9B5-51EC88EB7ADE}"/>
              </a:ext>
            </a:extLst>
          </p:cNvPr>
          <p:cNvSpPr>
            <a:spLocks xmlns:a="http://schemas.openxmlformats.org/drawingml/2006/main" noGrp="1"/>
          </p:cNvSpPr>
          <p:nvPr>
            <p:ph type="ftr" idx="21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7333403-45E2-44CD-A987-154B6D46BE0B}"/>
              </a:ext>
            </a:extLst>
          </p:cNvPr>
          <p:cNvSpPr>
            <a:spLocks xmlns:a="http://schemas.openxmlformats.org/drawingml/2006/main" noGrp="1"/>
          </p:cNvSpPr>
          <p:nvPr>
            <p:ph type="sldNum" idx="22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5D3956F-A6EA-42E5-BC6E-315A19CF514A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0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267F0EC-902C-4963-B52D-E6504F6D58E3}"/>
              </a:ext>
            </a:extLst>
          </p:cNvPr>
          <p:cNvSpPr>
            <a:spLocks xmlns:a="http://schemas.openxmlformats.org/drawingml/2006/main" noGrp="1"/>
          </p:cNvSpPr>
          <p:nvPr>
            <p:ph type="dt" idx="23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1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9C38F5C-0D3E-44AB-BEF0-0420D723D4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текста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заглавия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щёлкните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0DEE3D9-9FC9-4980-B488-B6F5A9BFF9A8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ёр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5" r:id="R95c7cd467f4b448b"/>
  </p:sldLayoutIdLst>
</p:sldMaster>
</file>

<file path=ppt/slideMasters/slideMaster10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3dc0a985243c4eda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BACF3EB-20AF-47D8-932F-532642EC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960" y="3810240"/>
            <a:ext cx="3263400" cy="2374560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0" spc="-1">
                <a:solidFill>
                  <a:schemeClr val="lt1"/>
                </a:solidFill>
                <a:latin typeface="Montserrat"/>
                <a:ea typeface="Montserrat"/>
                <a:cs typeface="Montserrat"/>
              </a:rPr>
              <a:t>Описание проблемы 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551A99F-7094-47EC-B0DB-4641FB16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720" y="3810240"/>
            <a:ext cx="3263400" cy="2374560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0" spc="-1">
                <a:solidFill>
                  <a:schemeClr val="lt1"/>
                </a:solidFill>
                <a:latin typeface="Montserrat"/>
                <a:ea typeface="Montserrat"/>
                <a:cs typeface="Montserrat"/>
              </a:rPr>
              <a:t>Примеры уже имеющихся способов решения данной проблемы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DDF0FB5-8F24-42D9-9530-2AEDF67D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480" y="3810240"/>
            <a:ext cx="3263400" cy="2374560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0" spc="-1">
                <a:solidFill>
                  <a:schemeClr val="lt1"/>
                </a:solidFill>
                <a:latin typeface="Montserrat"/>
                <a:ea typeface="Montserrat"/>
                <a:cs typeface="Montserrat"/>
              </a:rPr>
              <a:t>Ваше предложение решения данной проблемы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34E7F2F-ECDF-4CA4-AD25-32C776F0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960" y="3252240"/>
            <a:ext cx="3263400" cy="390960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2"/>
                </a:solidFill>
                <a:latin typeface="Montserrat"/>
                <a:ea typeface="Montserrat"/>
                <a:cs typeface="Montserrat"/>
              </a:rPr>
              <a:t>Проблема</a:t>
            </a:r>
            <a:endParaRPr sz="16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E7D20FF-F71C-444A-9C60-C76C1106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720" y="3252240"/>
            <a:ext cx="3263400" cy="390960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2"/>
                </a:solidFill>
                <a:latin typeface="Montserrat"/>
                <a:ea typeface="Montserrat"/>
                <a:cs typeface="Montserrat"/>
              </a:rPr>
              <a:t>Альтернативные решения</a:t>
            </a:r>
            <a:endParaRPr sz="16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92739-7676-4F10-AD00-E3507920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480" y="3252240"/>
            <a:ext cx="3263400" cy="390960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2"/>
                </a:solidFill>
                <a:latin typeface="Montserrat"/>
                <a:ea typeface="Montserrat"/>
                <a:cs typeface="Montserrat"/>
              </a:rPr>
              <a:t>Решение</a:t>
            </a:r>
            <a:endParaRPr sz="16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61352226-379F-4759-906F-756169E5E274}"/>
              </a:ext>
            </a:extLst>
          </p:cNvPr>
          <p:cNvSpPr>
            <a:spLocks xmlns:a="http://schemas.openxmlformats.org/drawingml/2006/main" noGrp="1"/>
          </p:cNvSpPr>
          <p:nvPr>
            <p:ph type="ftr" idx="24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A4F5113-4605-42BB-809E-DD3AA88F58E3}"/>
              </a:ext>
            </a:extLst>
          </p:cNvPr>
          <p:cNvSpPr>
            <a:spLocks xmlns:a="http://schemas.openxmlformats.org/drawingml/2006/main" noGrp="1"/>
          </p:cNvSpPr>
          <p:nvPr>
            <p:ph type="sldNum" idx="25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5C729C1E-2AC9-4B6D-9767-9FE89999D8F8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00FC8AF-0ABE-4423-BA35-5E57B481A908}"/>
              </a:ext>
            </a:extLst>
          </p:cNvPr>
          <p:cNvSpPr>
            <a:spLocks xmlns:a="http://schemas.openxmlformats.org/drawingml/2006/main" noGrp="1"/>
          </p:cNvSpPr>
          <p:nvPr>
            <p:ph type="dt" idx="26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92C75D1E-F9C6-4E03-B9C1-94A6A35024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076A0E5-6ECB-4BE9-BBF6-DC3B853D82AC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правки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структур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щёлкнит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 </a:t>
            </a: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уровен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структу</a:t>
            </a: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уров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ень 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струк</a:t>
            </a: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ёр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кту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й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о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е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н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ь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к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у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р</a:t>
            </a: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7" r:id="R0236c153b8f04c27"/>
  </p:sldLayoutIdLst>
</p:sldMaster>
</file>

<file path=ppt/slideMasters/slideMaster11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a895684cba3f49bf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08C483F-0605-46CE-B424-0C4AA9505B2F}"/>
              </a:ext>
            </a:extLst>
          </p:cNvPr>
          <p:cNvSpPr>
            <a:spLocks xmlns:a="http://schemas.openxmlformats.org/drawingml/2006/main" noGrp="1"/>
          </p:cNvSpPr>
          <p:nvPr>
            <p:ph type="ftr" idx="27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641BA79-2DFD-4BF0-B4E4-8B1B32B9963A}"/>
              </a:ext>
            </a:extLst>
          </p:cNvPr>
          <p:cNvSpPr>
            <a:spLocks xmlns:a="http://schemas.openxmlformats.org/drawingml/2006/main" noGrp="1"/>
          </p:cNvSpPr>
          <p:nvPr>
            <p:ph type="sldNum" idx="28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3D94CC2-2CBC-44D2-B5DA-B9FB9E57CDF7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49B0DE7-16C7-46B8-906A-C929CAAE43B3}"/>
              </a:ext>
            </a:extLst>
          </p:cNvPr>
          <p:cNvSpPr>
            <a:spLocks xmlns:a="http://schemas.openxmlformats.org/drawingml/2006/main" noGrp="1"/>
          </p:cNvSpPr>
          <p:nvPr>
            <p:ph type="dt" idx="29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9" r:id="R43abfd1faac14656"/>
  </p:sldLayoutIdLst>
</p:sldMaster>
</file>

<file path=ppt/slideMasters/slideMaster12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ed9e2fec0c31499f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67F9ADF-14B2-44ED-8E3F-DFCD212217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правки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текста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заглави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я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щёлкни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 </a:t>
            </a: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46B2D28-4265-46E6-AF25-B5E3E003D468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структуры щёлкните 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уровень 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уровень 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Шестой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Седьмой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1" r:id="R2104dbfd684543ed"/>
  </p:sldLayoutIdLst>
</p:sldMaster>
</file>

<file path=ppt/slideMasters/slideMaster13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e9e5040baa51478c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B558D31-F65A-4BC5-8BCB-8EA178986542}"/>
              </a:ext>
            </a:extLst>
          </p:cNvPr>
          <p:cNvSpPr>
            <a:spLocks xmlns:a="http://schemas.openxmlformats.org/drawingml/2006/main" noGrp="1"/>
          </p:cNvSpPr>
          <p:nvPr>
            <p:ph type="ftr" idx="30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A5F75E8-C5DC-47D7-9F24-E55E83A84252}"/>
              </a:ext>
            </a:extLst>
          </p:cNvPr>
          <p:cNvSpPr>
            <a:spLocks xmlns:a="http://schemas.openxmlformats.org/drawingml/2006/main" noGrp="1"/>
          </p:cNvSpPr>
          <p:nvPr>
            <p:ph type="sldNum" idx="31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901825E-2E0B-4103-B3A0-DDCD059959CA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662604F1-348C-4A38-BD77-22FAE0DF46F7}"/>
              </a:ext>
            </a:extLst>
          </p:cNvPr>
          <p:cNvSpPr>
            <a:spLocks xmlns:a="http://schemas.openxmlformats.org/drawingml/2006/main" noGrp="1"/>
          </p:cNvSpPr>
          <p:nvPr>
            <p:ph type="dt" idx="32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3" r:id="R70a02529f29541b3"/>
  </p:sldLayoutIdLst>
</p:sldMaster>
</file>

<file path=ppt/slideMasters/slideMaster14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c769726fa16d4040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D021989-D07E-4211-ABD8-46DAD848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1641240"/>
            <a:ext cx="38120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3A5BC4B-C323-495A-A4CF-EE720F1E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1641240"/>
            <a:ext cx="38120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5756FAB-9810-474C-811B-1369A228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3864600"/>
            <a:ext cx="38120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D2324CA-8C81-4A03-BE58-418A5367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3864600"/>
            <a:ext cx="3812040" cy="1020960"/>
          </a:xfrm>
          <a:prstGeom xmlns:a="http://schemas.openxmlformats.org/drawingml/2006/main" prst="roundRect">
            <a:avLst>
              <a:gd name="adj" fmla="val 16667"/>
            </a:avLst>
          </a:prstGeom>
          <a:gradFill xmlns:a="http://schemas.openxmlformats.org/drawingml/2006/main"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9" name="Google Shape;2799;p94"/>
          <p:cNvCxnSpPr/>
          <p:nvPr/>
        </p:nvCxnSpPr>
        <p:spPr>
          <a:xfrm xmlns:a="http://schemas.openxmlformats.org/drawingml/2006/main">
            <a:off x="4244400" y="1870200"/>
            <a:ext cx="687600" cy="720"/>
          </a:xfrm>
          <a:prstGeom xmlns:a="http://schemas.openxmlformats.org/drawingml/2006/main" prst="straightConnector1">
            <a:avLst/>
          </a:prstGeom>
          <a:ln xmlns:a="http://schemas.openxmlformats.org/drawingml/2006/main" w="25400">
            <a:solidFill>
              <a:srgbClr val="FF0053"/>
            </a:solidFill>
            <a:round/>
          </a:ln>
        </p:spPr>
      </p:cxnSp>
      <p:cxnSp>
        <p:nvCxnSpPr>
          <p:cNvPr id="90" name="Google Shape;2799;p94"/>
          <p:cNvCxnSpPr/>
          <p:nvPr/>
        </p:nvCxnSpPr>
        <p:spPr>
          <a:xfrm xmlns:a="http://schemas.openxmlformats.org/drawingml/2006/main">
            <a:off x="4244400" y="4094280"/>
            <a:ext cx="687600" cy="720"/>
          </a:xfrm>
          <a:prstGeom xmlns:a="http://schemas.openxmlformats.org/drawingml/2006/main" prst="straightConnector1">
            <a:avLst/>
          </a:prstGeom>
          <a:ln xmlns:a="http://schemas.openxmlformats.org/drawingml/2006/main" w="25400">
            <a:solidFill>
              <a:srgbClr val="520977"/>
            </a:solidFill>
            <a:round/>
          </a:ln>
        </p:spPr>
      </p:cxnSp>
      <p:cxnSp>
        <p:nvCxnSpPr>
          <p:cNvPr id="91" name="Google Shape;2799;p94"/>
          <p:cNvCxnSpPr/>
          <p:nvPr/>
        </p:nvCxnSpPr>
        <p:spPr>
          <a:xfrm xmlns:a="http://schemas.openxmlformats.org/drawingml/2006/main">
            <a:off x="7250400" y="1870200"/>
            <a:ext cx="687600" cy="720"/>
          </a:xfrm>
          <a:prstGeom xmlns:a="http://schemas.openxmlformats.org/drawingml/2006/main" prst="straightConnector1">
            <a:avLst/>
          </a:prstGeom>
          <a:ln xmlns:a="http://schemas.openxmlformats.org/drawingml/2006/main" w="25400">
            <a:solidFill>
              <a:srgbClr val="E4B8FA"/>
            </a:solidFill>
            <a:round/>
          </a:ln>
        </p:spPr>
      </p:cxnSp>
      <p:cxnSp>
        <p:nvCxnSpPr>
          <p:cNvPr id="92" name="Google Shape;2799;p94"/>
          <p:cNvCxnSpPr/>
          <p:nvPr/>
        </p:nvCxnSpPr>
        <p:spPr>
          <a:xfrm xmlns:a="http://schemas.openxmlformats.org/drawingml/2006/main">
            <a:off x="7250400" y="4094280"/>
            <a:ext cx="687600" cy="720"/>
          </a:xfrm>
          <a:prstGeom xmlns:a="http://schemas.openxmlformats.org/drawingml/2006/main" prst="straightConnector1">
            <a:avLst/>
          </a:prstGeom>
          <a:ln xmlns:a="http://schemas.openxmlformats.org/drawingml/2006/main" w="25400">
            <a:solidFill>
              <a:srgbClr val="FC3777"/>
            </a:solidFill>
            <a:round/>
          </a:ln>
        </p:spPr>
      </p:cxnSp>
      <p:sp>
        <p:nvSpPr>
          <p:cNvPr id="8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47FDDC7-3B61-4F00-AB95-DD4A05177804}"/>
              </a:ext>
            </a:extLst>
          </p:cNvPr>
          <p:cNvSpPr>
            <a:spLocks xmlns:a="http://schemas.openxmlformats.org/drawingml/2006/main" noGrp="1"/>
          </p:cNvSpPr>
          <p:nvPr>
            <p:ph type="ftr" idx="33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A35E48A-2404-4077-9EE8-85C8C48337FE}"/>
              </a:ext>
            </a:extLst>
          </p:cNvPr>
          <p:cNvSpPr>
            <a:spLocks xmlns:a="http://schemas.openxmlformats.org/drawingml/2006/main" noGrp="1"/>
          </p:cNvSpPr>
          <p:nvPr>
            <p:ph type="sldNum" idx="34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78DB883-42D8-4B2C-9EF0-94BFC92E25A8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3C54763-C030-4CB9-A703-154B759EDF52}"/>
              </a:ext>
            </a:extLst>
          </p:cNvPr>
          <p:cNvSpPr>
            <a:spLocks xmlns:a="http://schemas.openxmlformats.org/drawingml/2006/main" noGrp="1"/>
          </p:cNvSpPr>
          <p:nvPr>
            <p:ph type="dt" idx="35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35FB9A00-46E7-4817-ACD3-DCC055272E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5B228F7-C606-452D-82C8-B74CA092D81B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структуры щёлкните 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уровень 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уровень 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Шестой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Седьмой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5" r:id="R4213d4d15e2c4e3d"/>
  </p:sldLayoutIdLst>
</p:sldMaster>
</file>

<file path=ppt/slideMasters/slideMaster15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936dd783525b4c85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11C82CD-A96A-42A8-B6D5-DB7057DBA320}"/>
              </a:ext>
            </a:extLst>
          </p:cNvPr>
          <p:cNvSpPr>
            <a:spLocks xmlns:a="http://schemas.openxmlformats.org/drawingml/2006/main" noGrp="1"/>
          </p:cNvSpPr>
          <p:nvPr>
            <p:ph type="ftr" idx="36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207A487-93A4-4A67-9B68-8CD80D4E8445}"/>
              </a:ext>
            </a:extLst>
          </p:cNvPr>
          <p:cNvSpPr>
            <a:spLocks xmlns:a="http://schemas.openxmlformats.org/drawingml/2006/main" noGrp="1"/>
          </p:cNvSpPr>
          <p:nvPr>
            <p:ph type="sldNum" idx="37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BB6AED9-83C1-4CA5-9D4C-E9917524444C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21BA2E68-440A-4E63-BAC7-2FB3A74977EF}"/>
              </a:ext>
            </a:extLst>
          </p:cNvPr>
          <p:cNvSpPr>
            <a:spLocks xmlns:a="http://schemas.openxmlformats.org/drawingml/2006/main" noGrp="1"/>
          </p:cNvSpPr>
          <p:nvPr>
            <p:ph type="dt" idx="38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7" r:id="R6ff1ca9180ba46d9"/>
  </p:sldLayoutIdLst>
</p:sldMaster>
</file>

<file path=ppt/slideMasters/slideMaster16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5cfaa8050cc9487d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9" r:id="Redcf329456fe415a"/>
  </p:sldLayoutIdLst>
</p:sldMaster>
</file>

<file path=ppt/slideMasters/slideMaster17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b0a9c19badfb450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FAFA5B1-4883-4258-90F7-26D77CB85013}"/>
              </a:ext>
            </a:extLst>
          </p:cNvPr>
          <p:cNvSpPr>
            <a:spLocks xmlns:a="http://schemas.openxmlformats.org/drawingml/2006/main" noGrp="1"/>
          </p:cNvSpPr>
          <p:nvPr>
            <p:ph type="ftr" idx="39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5E09EF9-10CB-40E4-A89E-B17F895C47DA}"/>
              </a:ext>
            </a:extLst>
          </p:cNvPr>
          <p:cNvSpPr>
            <a:spLocks xmlns:a="http://schemas.openxmlformats.org/drawingml/2006/main" noGrp="1"/>
          </p:cNvSpPr>
          <p:nvPr>
            <p:ph type="sldNum" idx="40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723C2EE-F4C2-4DBC-BE8D-F09232996A5D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0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8461165-57B5-4EAA-85F9-799F579CF0DA}"/>
              </a:ext>
            </a:extLst>
          </p:cNvPr>
          <p:cNvSpPr>
            <a:spLocks xmlns:a="http://schemas.openxmlformats.org/drawingml/2006/main" noGrp="1"/>
          </p:cNvSpPr>
          <p:nvPr>
            <p:ph type="dt" idx="41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1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4D1FDDF-1DA2-47CB-A506-57F9DDEA6B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r>
              <a:rPr sz="4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текста заглавия щёлкните мышью</a:t>
            </a:r>
            <a:endParaRPr sz="4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5DB0575-A87E-4833-B71A-5B906EDADD7C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32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Для правки структуры щёлкните мышью</a:t>
            </a:r>
            <a:endParaRPr sz="32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8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Второй уровень структуры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4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Третий уровень структуры</a:t>
            </a:r>
            <a:endParaRPr sz="24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Четвёртый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Пятый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Шестой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</a:pPr>
            <a:r>
              <a:rPr sz="2000" b="0" spc="-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Седьмой уровень структуры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1" r:id="R76bb4c29810c4e80"/>
  </p:sldLayoutIdLst>
</p:sldMaster>
</file>

<file path=ppt/slideMasters/slideMaster18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5900efb093cc417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ED717A7-B167-4149-9A40-9D28AE1AFF80}"/>
              </a:ext>
            </a:extLst>
          </p:cNvPr>
          <p:cNvSpPr>
            <a:spLocks xmlns:a="http://schemas.openxmlformats.org/drawingml/2006/main" noGrp="1"/>
          </p:cNvSpPr>
          <p:nvPr>
            <p:ph type="ftr" idx="42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368AF31-2B60-46FC-A0D9-CF0841897E85}"/>
              </a:ext>
            </a:extLst>
          </p:cNvPr>
          <p:cNvSpPr>
            <a:spLocks xmlns:a="http://schemas.openxmlformats.org/drawingml/2006/main" noGrp="1"/>
          </p:cNvSpPr>
          <p:nvPr>
            <p:ph type="sldNum" idx="43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5D9BED29-9080-4495-8796-8F8BF315E9B6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6385DE0-CF4A-4F4C-9637-1BBF0E096EE9}"/>
              </a:ext>
            </a:extLst>
          </p:cNvPr>
          <p:cNvSpPr>
            <a:spLocks xmlns:a="http://schemas.openxmlformats.org/drawingml/2006/main" noGrp="1"/>
          </p:cNvSpPr>
          <p:nvPr>
            <p:ph type="dt" idx="44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3" r:id="Rde277405d87542a4"/>
  </p:sldLayoutIdLst>
</p:sldMaster>
</file>

<file path=ppt/slideMasters/slideMaster19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e57c79a31fc34e2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77EAA34-BF7D-4D7B-A2CE-9B4FC67E63D0}"/>
              </a:ext>
            </a:extLst>
          </p:cNvPr>
          <p:cNvSpPr>
            <a:spLocks xmlns:a="http://schemas.openxmlformats.org/drawingml/2006/main" noGrp="1"/>
          </p:cNvSpPr>
          <p:nvPr>
            <p:ph type="ftr" idx="45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DAEA645-D4B6-4BCC-A46D-3BE482B42AAE}"/>
              </a:ext>
            </a:extLst>
          </p:cNvPr>
          <p:cNvSpPr>
            <a:spLocks xmlns:a="http://schemas.openxmlformats.org/drawingml/2006/main" noGrp="1"/>
          </p:cNvSpPr>
          <p:nvPr>
            <p:ph type="sldNum" idx="46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CF25B4F-8F06-457E-AD35-40CF0C555E6C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8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2D1CFA0-A847-4539-9663-E80B2078AC8D}"/>
              </a:ext>
            </a:extLst>
          </p:cNvPr>
          <p:cNvSpPr>
            <a:spLocks xmlns:a="http://schemas.openxmlformats.org/drawingml/2006/main" noGrp="1"/>
          </p:cNvSpPr>
          <p:nvPr>
            <p:ph type="dt" idx="47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5" r:id="Rb94a0239ddc244fc"/>
  </p:sldLayoutIdLst>
</p:sldMaster>
</file>

<file path=ppt/slideMasters/slideMaster20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b8359d13e4294919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71C99B3-0624-4528-A516-F893EC06FF4B}"/>
              </a:ext>
            </a:extLst>
          </p:cNvPr>
          <p:cNvSpPr>
            <a:spLocks xmlns:a="http://schemas.openxmlformats.org/drawingml/2006/main" noGrp="1"/>
          </p:cNvSpPr>
          <p:nvPr>
            <p:ph type="ftr" idx="48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5504591-BC76-4AF1-8638-E42B77395F1C}"/>
              </a:ext>
            </a:extLst>
          </p:cNvPr>
          <p:cNvSpPr>
            <a:spLocks xmlns:a="http://schemas.openxmlformats.org/drawingml/2006/main" noGrp="1"/>
          </p:cNvSpPr>
          <p:nvPr>
            <p:ph type="sldNum" idx="49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539BCE0B-A467-40C6-BDDC-EF8EB3ABB1B1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0EBCD6E8-0944-441A-8DF4-C6C22D12493A}"/>
              </a:ext>
            </a:extLst>
          </p:cNvPr>
          <p:cNvSpPr>
            <a:spLocks xmlns:a="http://schemas.openxmlformats.org/drawingml/2006/main" noGrp="1"/>
          </p:cNvSpPr>
          <p:nvPr>
            <p:ph type="dt" idx="50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7" r:id="R69b2e454abe9427e"/>
  </p:sldLayoutIdLst>
</p:sldMaster>
</file>

<file path=ppt/slideMasters/slideMaster21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c4c3f5af94b4456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4DBEBFC-611F-43F9-BF4C-67073B358F83}"/>
              </a:ext>
            </a:extLst>
          </p:cNvPr>
          <p:cNvSpPr>
            <a:spLocks xmlns:a="http://schemas.openxmlformats.org/drawingml/2006/main" noGrp="1"/>
          </p:cNvSpPr>
          <p:nvPr>
            <p:ph type="ftr" idx="51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E6E75EE-7A84-49CD-9100-317941AB7C61}"/>
              </a:ext>
            </a:extLst>
          </p:cNvPr>
          <p:cNvSpPr>
            <a:spLocks xmlns:a="http://schemas.openxmlformats.org/drawingml/2006/main" noGrp="1"/>
          </p:cNvSpPr>
          <p:nvPr>
            <p:ph type="sldNum" idx="52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1AB0078-C5C4-416B-91B3-79BDFBC13B97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E1B2633-82DF-4D29-9887-97FDF308AAB6}"/>
              </a:ext>
            </a:extLst>
          </p:cNvPr>
          <p:cNvSpPr>
            <a:spLocks xmlns:a="http://schemas.openxmlformats.org/drawingml/2006/main" noGrp="1"/>
          </p:cNvSpPr>
          <p:nvPr>
            <p:ph type="dt" idx="53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9" r:id="Radb1f45805ed44ad"/>
  </p:sldLayoutIdLst>
</p:sldMaster>
</file>

<file path=ppt/slideMasters/slideMaster22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8e6a4dc196b24705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ECE00C7-628B-4E76-BD84-4E613B2A1550}"/>
              </a:ext>
            </a:extLst>
          </p:cNvPr>
          <p:cNvSpPr>
            <a:spLocks xmlns:a="http://schemas.openxmlformats.org/drawingml/2006/main" noGrp="1"/>
          </p:cNvSpPr>
          <p:nvPr>
            <p:ph type="ftr" idx="54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D08FADC-2F54-4DE7-ADA5-B4F350360AC7}"/>
              </a:ext>
            </a:extLst>
          </p:cNvPr>
          <p:cNvSpPr>
            <a:spLocks xmlns:a="http://schemas.openxmlformats.org/drawingml/2006/main" noGrp="1"/>
          </p:cNvSpPr>
          <p:nvPr>
            <p:ph type="sldNum" idx="55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B8CE37B-096E-405C-969C-86860D7D12F9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7FD4ECF-99AB-42B8-85E5-35C4F527525C}"/>
              </a:ext>
            </a:extLst>
          </p:cNvPr>
          <p:cNvSpPr>
            <a:spLocks xmlns:a="http://schemas.openxmlformats.org/drawingml/2006/main" noGrp="1"/>
          </p:cNvSpPr>
          <p:nvPr>
            <p:ph type="dt" idx="56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91" r:id="R1b9f6ec17e4d4e07"/>
  </p:sldLayoutIdLst>
</p:sldMaster>
</file>

<file path=ppt/slideMasters/slideMaster23.xml><?xml version="1.0" encoding="utf-8"?>
<p:sldMaster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17658cad10de4241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036D446-F111-428F-B8F6-0231B3AAA3FE}"/>
              </a:ext>
            </a:extLst>
          </p:cNvPr>
          <p:cNvSpPr>
            <a:spLocks xmlns:a="http://schemas.openxmlformats.org/drawingml/2006/main" noGrp="1"/>
          </p:cNvSpPr>
          <p:nvPr>
            <p:ph type="ftr" idx="57"/>
          </p:nvPr>
        </p:nvSpPr>
        <p:spPr>
          <a:xfrm xmlns:a="http://schemas.openxmlformats.org/drawingml/2006/main">
            <a:off x="1459440" y="6356520"/>
            <a:ext cx="95742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&lt;нижний колонтитул&gt;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1F14D15-67C1-4624-B5C0-D29CD7146C56}"/>
              </a:ext>
            </a:extLst>
          </p:cNvPr>
          <p:cNvSpPr>
            <a:spLocks xmlns:a="http://schemas.openxmlformats.org/drawingml/2006/main" noGrp="1"/>
          </p:cNvSpPr>
          <p:nvPr>
            <p:ph type="sldNum" idx="58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DAE3619-123B-4C8B-98CF-F487951498C5}" type="slidenum">
              <a:rPr sz="12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&lt;номер&gt;</a:t>
            </a:fld>
            <a:endParaRPr sz="12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0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7BD639D-378F-495F-ABE7-2FC3B547EF93}"/>
              </a:ext>
            </a:extLst>
          </p:cNvPr>
          <p:cNvSpPr>
            <a:spLocks xmlns:a="http://schemas.openxmlformats.org/drawingml/2006/main" noGrp="1"/>
          </p:cNvSpPr>
          <p:nvPr>
            <p:ph type="dt" idx="59"/>
          </p:nvPr>
        </p:nvSpPr>
        <p:spPr>
          <a:xfrm xmlns:a="http://schemas.openxmlformats.org/drawingml/2006/main">
            <a:off x="306360" y="6356520"/>
            <a:ext cx="104688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buNone/>
              <a:def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>
              <a:buNone/>
            </a:pPr>
            <a:r>
              <a:rPr sz="1400" b="0" spc="-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&lt;дата/время&gt;</a:t>
            </a:r>
            <a:endParaRPr sz="1400" b="0" spc="-1">
              <a:solidFill>
                <a:srgbClr val="ffffff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93" r:id="R36455db63fd94c42"/>
  </p:sldLayoutId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4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5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6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7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8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9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0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4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5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6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7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8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19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20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2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2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2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Masters/theme/theme24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56e89db524d85" /><Relationship Type="http://schemas.openxmlformats.org/officeDocument/2006/relationships/image" Target="/ppt/media/image3.png" Id="R6792c04850da46d0" /><Relationship Type="http://schemas.openxmlformats.org/officeDocument/2006/relationships/notesSlide" Target="/ppt/notesSlides/notesSlide1.xml" Id="R423cc0236aef4b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3be166d0b154ed7" /><Relationship Type="http://schemas.openxmlformats.org/officeDocument/2006/relationships/image" Target="/ppt/media/image4.png" Id="Ra5cddc23a6724d84" /><Relationship Type="http://schemas.openxmlformats.org/officeDocument/2006/relationships/image" Target="/ppt/media/image5.png" Id="R7eb49cdea53e4b5a" /><Relationship Type="http://schemas.openxmlformats.org/officeDocument/2006/relationships/notesSlide" Target="/ppt/notesSlides/notesSlide2.xml" Id="R9ac09e9007614b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2f17d838c8544776" /><Relationship Type="http://schemas.openxmlformats.org/officeDocument/2006/relationships/image" Target="/ppt/media/image2.png" Id="R0ee862db22f5434c" /><Relationship Type="http://schemas.openxmlformats.org/officeDocument/2006/relationships/notesSlide" Target="/ppt/notesSlides/notesSlide3.xml" Id="R3a8b7cb1445c44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e5b16406b11412f" /><Relationship Type="http://schemas.openxmlformats.org/officeDocument/2006/relationships/image" Target="/ppt/media/image6.png" Id="R8d56c1e401ba494e" /><Relationship Type="http://schemas.openxmlformats.org/officeDocument/2006/relationships/notesSlide" Target="/ppt/notesSlides/notesSlide4.xml" Id="Rd45f7f77d7f940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8228e5144a4973" /><Relationship Type="http://schemas.openxmlformats.org/officeDocument/2006/relationships/image" Target="/ppt/media/image2.png" Id="Rcfe73119e44f42ab" /><Relationship Type="http://schemas.openxmlformats.org/officeDocument/2006/relationships/notesSlide" Target="/ppt/notesSlides/notesSlide5.xml" Id="R0ccd70204b904d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254601154f9a41be" /><Relationship Type="http://schemas.openxmlformats.org/officeDocument/2006/relationships/image" Target="/ppt/media/image4.png" Id="Rb04b95683a52496c" /><Relationship Type="http://schemas.openxmlformats.org/officeDocument/2006/relationships/notesSlide" Target="/ppt/notesSlides/notesSlide6.xml" Id="Rec03b619446144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ea65397a1d0148b8" /><Relationship Type="http://schemas.openxmlformats.org/officeDocument/2006/relationships/image" Target="/ppt/media/image4.png" Id="R2a0ed1d044054ed6" /><Relationship Type="http://schemas.openxmlformats.org/officeDocument/2006/relationships/image" Target="/ppt/media/image7.png" Id="Rcaca514ece274de9" /><Relationship Type="http://schemas.openxmlformats.org/officeDocument/2006/relationships/image" Target="/ppt/media/image8.png" Id="R9e22d123eb3c456a" /><Relationship Type="http://schemas.openxmlformats.org/officeDocument/2006/relationships/notesSlide" Target="/ppt/notesSlides/notesSlide7.xml" Id="R0104c1d0adea44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7305be73c1184cdc" /><Relationship Type="http://schemas.openxmlformats.org/officeDocument/2006/relationships/image" Target="/ppt/media/image4.png" Id="R2478a39363d44bc8" /><Relationship Type="http://schemas.openxmlformats.org/officeDocument/2006/relationships/notesSlide" Target="/ppt/notesSlides/notesSlide8.xml" Id="Rd7eb07e7b8174b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d11571c1f4d4c43" /><Relationship Type="http://schemas.openxmlformats.org/officeDocument/2006/relationships/image" Target="/ppt/media/image6.png" Id="Rae5b1bd084f94c23" /><Relationship Type="http://schemas.openxmlformats.org/officeDocument/2006/relationships/image" Target="/ppt/media/image9.png" Id="R3882552ccb0f49ac" /><Relationship Type="http://schemas.openxmlformats.org/officeDocument/2006/relationships/image" Target="/ppt/media/image10.png" Id="R867d9e8198cd410f" /><Relationship Type="http://schemas.openxmlformats.org/officeDocument/2006/relationships/notesSlide" Target="/ppt/notesSlides/notesSlide9.xml" Id="R969d33c3ca504d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608e611b97b4515" /><Relationship Type="http://schemas.openxmlformats.org/officeDocument/2006/relationships/image" Target="/ppt/media/image4.png" Id="R2e463e1709a54dfe" /><Relationship Type="http://schemas.openxmlformats.org/officeDocument/2006/relationships/notesSlide" Target="/ppt/notesSlides/notesSlide10.xml" Id="R92154e23febe4b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1fc61d8062444e" /><Relationship Type="http://schemas.openxmlformats.org/officeDocument/2006/relationships/image" Target="/ppt/media/image2.png" Id="R2b708285361b4707" /><Relationship Type="http://schemas.openxmlformats.org/officeDocument/2006/relationships/notesSlide" Target="/ppt/notesSlides/notesSlide11.xml" Id="R4148fcc5e9e24b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6d3df1bbf6a42e2" /><Relationship Type="http://schemas.openxmlformats.org/officeDocument/2006/relationships/image" Target="/ppt/media/image6.png" Id="R66972c20139b439d" /><Relationship Type="http://schemas.openxmlformats.org/officeDocument/2006/relationships/notesSlide" Target="/ppt/notesSlides/notesSlide12.xml" Id="R0b58abe9330748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8f91e3dd78e4324" /><Relationship Type="http://schemas.openxmlformats.org/officeDocument/2006/relationships/image" Target="/ppt/media/image6.png" Id="R955fdef66eae403b" /><Relationship Type="http://schemas.openxmlformats.org/officeDocument/2006/relationships/notesSlide" Target="/ppt/notesSlides/notesSlide13.xml" Id="R631de1e75257497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68f7f3275980457d" /><Relationship Type="http://schemas.openxmlformats.org/officeDocument/2006/relationships/image" Target="/ppt/media/image6.png" Id="R0ea3047434514b11" /><Relationship Type="http://schemas.openxmlformats.org/officeDocument/2006/relationships/chart" Target="/ppt/slides/charts/chart1.xml" Id="R890811babea54b1d" /><Relationship Type="http://schemas.openxmlformats.org/officeDocument/2006/relationships/notesSlide" Target="/ppt/notesSlides/notesSlide14.xml" Id="Rd1ed7f3d1eb14f3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942eed6ea04f37" /><Relationship Type="http://schemas.openxmlformats.org/officeDocument/2006/relationships/image" Target="/ppt/media/image2.png" Id="R0e3d272f7ed54097" /><Relationship Type="http://schemas.openxmlformats.org/officeDocument/2006/relationships/chart" Target="/ppt/slides/charts/chart2.xml" Id="Ra2fb6da844bc40f0" /><Relationship Type="http://schemas.openxmlformats.org/officeDocument/2006/relationships/notesSlide" Target="/ppt/notesSlides/notesSlide15.xml" Id="R989f3ca2fd42450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edf2e631b5da4ac5" /><Relationship Type="http://schemas.openxmlformats.org/officeDocument/2006/relationships/image" Target="/ppt/media/image2.png" Id="Ra6e9b38e002f4b75" /><Relationship Type="http://schemas.openxmlformats.org/officeDocument/2006/relationships/notesSlide" Target="/ppt/notesSlides/notesSlide16.xml" Id="R58f3af3b0cb047d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8f91e3dd78e4324" /><Relationship Type="http://schemas.openxmlformats.org/officeDocument/2006/relationships/image" Target="/ppt/media/image6.png" Id="R955fdef66eae403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v>Прирост top-1, п.п.</c:v>
          </c:tx>
          <c:spPr>
            <a:solidFill xmlns:a="http://schemas.openxmlformats.org/drawingml/2006/main">
              <a:srgbClr val="520978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074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283CE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20978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FF0053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>
                        <a:solidFill>
                          <a:srgbClr val="1C1D22"/>
                        </a:solidFill>
                        <a:latin typeface="Montserrat"/>
                        <a:ea typeface="Montserrat"/>
                        <a:cs typeface="Montserrat"/>
                      </a:rPr>
                      <a:t>0,8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75">
                      <a:solidFill>
                        <a:srgbClr val="1C1D22"/>
                      </a:solidFill>
                      <a:latin typeface="Montserrat"/>
                      <a:ea typeface="Montserrat"/>
                      <a:cs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>
                        <a:solidFill>
                          <a:srgbClr val="1C1D22"/>
                        </a:solidFill>
                        <a:latin typeface="Montserrat"/>
                        <a:ea typeface="Montserrat"/>
                        <a:cs typeface="Montserrat"/>
                      </a:rPr>
                      <a:t>2,8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75">
                      <a:solidFill>
                        <a:srgbClr val="1C1D22"/>
                      </a:solidFill>
                      <a:latin typeface="Montserrat"/>
                      <a:ea typeface="Montserrat"/>
                      <a:cs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>
                        <a:solidFill>
                          <a:srgbClr val="1C1D22"/>
                        </a:solidFill>
                        <a:latin typeface="Montserrat"/>
                        <a:ea typeface="Montserrat"/>
                        <a:cs typeface="Montserrat"/>
                      </a:rPr>
                      <a:t>13,5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75">
                      <a:solidFill>
                        <a:srgbClr val="1C1D22"/>
                      </a:solidFill>
                      <a:latin typeface="Montserrat"/>
                      <a:ea typeface="Montserrat"/>
                      <a:cs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>
                        <a:solidFill>
                          <a:srgbClr val="1C1D22"/>
                        </a:solidFill>
                        <a:latin typeface="Montserrat"/>
                        <a:ea typeface="Montserrat"/>
                        <a:cs typeface="Montserrat"/>
                      </a:rPr>
                      <a:t>14,8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975">
                      <a:solidFill>
                        <a:srgbClr val="1C1D22"/>
                      </a:solidFill>
                      <a:latin typeface="Montserrat"/>
                      <a:ea typeface="Montserrat"/>
                      <a:cs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Data'!$A$2:$A$5</c:f>
              <c:strCache>
                <c:ptCount val="4"/>
                <c:pt idx="0">
                  <c:v>Текст</c:v>
                </c:pt>
                <c:pt idx="1">
                  <c:v>2-й вид</c:v>
                </c:pt>
                <c:pt idx="2">
                  <c:v>Геометрия</c:v>
                </c:pt>
                <c:pt idx="3">
                  <c:v>Детекция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0.8</c:v>
                </c:pt>
                <c:pt idx="1">
                  <c:v>2.8</c:v>
                </c:pt>
                <c:pt idx="2">
                  <c:v>13.5</c:v>
                </c:pt>
                <c:pt idx="3">
                  <c:v>14.8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1C1D22"/>
                  </a:solidFill>
                  <a:latin typeface="Montserrat"/>
                  <a:ea typeface="Montserrat"/>
                  <a:cs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72768"/>
      </c:catAx>
      <c:valAx>
        <c:axId val="48672768"/>
        <c:scaling>
          <c:orientation val="minMax"/>
          <c:max val="20"/>
          <c:min val="0"/>
        </c:scaling>
        <c:delete val="0"/>
        <c:axPos val="b"/>
        <c:majorGridlines>
          <c:spPr>
            <a:ln xmlns:a="http://schemas.openxmlformats.org/drawingml/2006/main" w="7144">
              <a:solidFill>
                <a:srgbClr val="AAAAAA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50112"/>
        <c:crossBetween val="between"/>
        <c:majorUnit val="5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синтетика</c:v>
          </c:tx>
          <c:spPr>
            <a:solidFill xmlns:a="http://schemas.openxmlformats.org/drawingml/2006/main">
              <a:srgbClr val="FF0053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 b="0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87,5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 b="0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94,8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 b="0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89,3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 b="0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94,7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pPr>
                  <a:defRPr sz="975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'Chart Data'!$A$2:$A$5</c:f>
              <c:strCache>
                <c:ptCount val="4"/>
                <c:pt idx="0">
                  <c:v>топ-1</c:v>
                </c:pt>
                <c:pt idx="1">
                  <c:v>топ-5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87.5</c:v>
                </c:pt>
                <c:pt idx="1">
                  <c:v>94.8</c:v>
                </c:pt>
                <c:pt idx="2">
                  <c:v>89.3</c:v>
                </c:pt>
                <c:pt idx="3">
                  <c:v>94.7</c:v>
                </c:pt>
              </c:numCache>
            </c:numRef>
          </c:val>
        </c:ser>
        <c:ser>
          <c:idx val="1"/>
          <c:order val="1"/>
          <c:tx>
            <c:v>съёмка организатора, часть test</c:v>
          </c:tx>
          <c:spPr>
            <a:solidFill xmlns:a="http://schemas.openxmlformats.org/drawingml/2006/main">
              <a:srgbClr val="FFD7E5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 b="0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93,1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 b="0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96,6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 b="0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86,7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975" b="0">
                        <a:solidFill>
                          <a:srgbClr val="FFFFFF"/>
                        </a:solidFill>
                        <a:latin typeface="Montserrat"/>
                        <a:ea typeface="Montserrat"/>
                        <a:cs typeface="Montserrat"/>
                      </a:rPr>
                      <a:t>90,0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pPr>
                  <a:defRPr sz="975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'Chart Data'!$C$2:$C$5</c:f>
              <c:strCache>
                <c:ptCount val="4"/>
                <c:pt idx="0">
                  <c:v>топ-1</c:v>
                </c:pt>
                <c:pt idx="1">
                  <c:v>топ-5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93.1</c:v>
                </c:pt>
                <c:pt idx="1">
                  <c:v>96.6</c:v>
                </c:pt>
                <c:pt idx="2">
                  <c:v>86.7</c:v>
                </c:pt>
                <c:pt idx="3">
                  <c:v>90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FFFFFF"/>
                  </a:solidFill>
                  <a:latin typeface="Montserrat"/>
                  <a:ea typeface="Montserrat"/>
                  <a:cs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BBBBB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6668">
              <a:solidFill>
                <a:srgbClr val="9474A9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</a:p>
        </c:txPr>
        <c:crossAx val="48650112"/>
        <c:crossBetween val="between"/>
        <c:majorUnit val="25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FFFFFF"/>
              </a:solidFill>
              <a:latin typeface="Montserrat"/>
              <a:ea typeface="Montserrat"/>
              <a:cs typeface="Montserrat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6E4E3E6-F562-4086-8B0E-0400A99BB3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0" y="3894480"/>
            <a:ext cx="6271200" cy="17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СКАНЕР РОССИЙСКИХ ВИН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«СВОЁ ВИНО»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3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92c04850da46d0"/>
          <a:stretch xmlns:a="http://schemas.openxmlformats.org/drawingml/2006/main"/>
        </p:blipFill>
        <p:spPr>
          <a:xfrm xmlns:a="http://schemas.openxmlformats.org/drawingml/2006/main">
            <a:off x="567000" y="567000"/>
            <a:ext cx="2404440" cy="45684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1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C5BC80D-CC25-4397-B323-0E6129EB08C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0" y="5659560"/>
            <a:ext cx="8929800" cy="756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800" b="0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Команда AlphaWolfs  ·  кейс РСХБ.Цифра  ·  ЛЦТ 2026</a:t>
            </a:r>
            <a:endParaRPr sz="1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7685382-1B35-47BF-A0C2-75CFE895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640" y="-313920"/>
            <a:ext cx="6124320" cy="2284920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D6E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140119781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a5cddc23a6724d84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F8E543FC-733A-42BD-A79C-52DABAB3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5520" cy="3885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5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0" spc="-1">
              <a:solidFill>
                <a:schemeClr val="lt1"/>
              </a:solidFill>
              <a:latin typeface="Montserrat"/>
              <a:ea typeface="Montserrat"/>
              <a:cs typeface="Montserrat"/>
            </a:endParaRPr>
          </a:p>
        </p:txBody>
      </p:sp>
      <p:pic>
        <p:nvPicPr>
          <p:cNvPr id="136" name="Рисунок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49cdea53e4b5a"/>
          <a:stretch xmlns:a="http://schemas.openxmlformats.org/drawingml/2006/main"/>
        </p:blipFill>
        <p:spPr>
          <a:xfrm xmlns:a="http://schemas.openxmlformats.org/drawingml/2006/main">
            <a:off x="0" y="335160"/>
            <a:ext cx="6455520" cy="297108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12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1B06BE7-5F3A-4368-AFCD-F604B291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840" y="2303280"/>
            <a:ext cx="4944960" cy="6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Краткое описание решения: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79AAA870-1A3E-4860-B722-96219BD9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760" y="4876200"/>
            <a:ext cx="4944960" cy="88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SigLIP 2 отбирает визуально похожие вина. Геометрия проверяет детали этикетки. OCR и VLM помогают различить соседние позиции одной линейки.</a:t>
            </a:r>
          </a:p>
        </p:txBody>
      </p:sp>
      <p:sp>
        <p:nvSpPr>
          <p:cNvPr id="12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065DE6B9-7C71-4F75-9FF3-B0B77271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0" y="3882960"/>
            <a:ext cx="5628960" cy="239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Капитан: Гаврилов Алексей Дмитриевич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Участников: 2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Город: Москва</a:t>
            </a:r>
          </a:p>
        </p:txBody>
      </p:sp>
      <p:sp>
        <p:nvSpPr>
          <p:cNvPr id="12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0A7F431-73E7-4371-B3E2-FD9EA24E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0" y="3484800"/>
            <a:ext cx="2989440" cy="353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О команде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78693A6-5DE2-4E44-B563-E044518C93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840" y="1039320"/>
            <a:ext cx="3636000" cy="1014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РЕШЕНИЕ И КОМАНДА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42" name="Прямая соединительная линия 6"/>
          <p:cNvCxnSpPr/>
          <p:nvPr/>
        </p:nvCxnSpPr>
        <p:spPr>
          <a:xfrm xmlns:a="http://schemas.openxmlformats.org/drawingml/2006/main">
            <a:off x="6880680" y="2239920"/>
            <a:ext cx="488556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520977"/>
            </a:solidFill>
            <a:round/>
          </a:ln>
        </p:spPr>
      </p:cxnSp>
      <p:cxnSp>
        <p:nvCxnSpPr>
          <p:cNvPr id="143" name="Прямая соединительная линия 15"/>
          <p:cNvCxnSpPr/>
          <p:nvPr/>
        </p:nvCxnSpPr>
        <p:spPr>
          <a:xfrm xmlns:a="http://schemas.openxmlformats.org/drawingml/2006/main">
            <a:off x="6897240" y="4437720"/>
            <a:ext cx="488556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520977"/>
            </a:solidFill>
            <a:round/>
          </a:ln>
        </p:spPr>
      </p:cxnSp>
      <p:cxnSp>
        <p:nvCxnSpPr>
          <p:cNvPr id="144" name="Прямая соединительная линия 16"/>
          <p:cNvCxnSpPr/>
          <p:nvPr/>
        </p:nvCxnSpPr>
        <p:spPr>
          <a:xfrm xmlns:a="http://schemas.openxmlformats.org/drawingml/2006/main">
            <a:off x="395640" y="3448440"/>
            <a:ext cx="5700960" cy="72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520977"/>
            </a:solidFill>
          </a:ln>
        </p:spPr>
      </p:cxnSp>
      <p:sp>
        <p:nvSpPr>
          <p:cNvPr id="13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DF164E8-BC22-4D2D-9F81-4DBFF198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840" y="4541760"/>
            <a:ext cx="4944960" cy="6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Уникальность решения: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5C1F1DD-F2C1-4EB4-B29E-657D3D07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7960" y="2620080"/>
            <a:ext cx="4944960" cy="88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Фото этикетки открывает одну карточку вина из каталога «Своё Вино». Если совпадение не подтверждается, сервис сообщает об этом и предлагает аналоги.</a:t>
            </a:r>
          </a:p>
        </p:txBody>
      </p:sp>
      <p:sp>
        <p:nvSpPr>
          <p:cNvPr id="133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8537893C-BC2F-40A1-8970-A8B38AC2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05243346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0ee862db22f5434c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52CDEC7A-C8B4-4065-9F77-BFCF9B5B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62125"/>
            <a:ext cx="4000500" cy="38100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3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EF7397D-6CBD-4F74-A192-7D14F222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81375"/>
            <a:ext cx="347662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Менеджер проекта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+79037877887</a:t>
            </a:r>
          </a:p>
        </p:txBody>
      </p:sp>
      <p:sp>
        <p:nvSpPr>
          <p:cNvPr id="13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C8FDFC6-458F-4C12-AB32-68F6772D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190750"/>
            <a:ext cx="3476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Анастасия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Третьякова</a:t>
            </a:r>
          </a:p>
        </p:txBody>
      </p:sp>
      <p:sp>
        <p:nvSpPr>
          <p:cNvPr id="13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C3AC9CC5-6987-415C-A307-002C6A4B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762125"/>
            <a:ext cx="4000500" cy="38100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38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55DDD610-32B3-4518-AE9B-F1A669E2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95208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3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C7C2EEB-13E5-4A45-A958-4AA3081593D4}"/>
              </a:ext>
            </a:extLst>
          </p:cNvPr>
          <p:cNvSpPr>
            <a:spLocks xmlns:a="http://schemas.openxmlformats.org/drawingml/2006/main" noGrp="1"/>
          </p:cNvSpPr>
          <p:nvPr>
            <p:ph type="sldNum" idx="63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BE6A0106-6357-4607-BBBC-B723B79CAADF}" type="slidenum"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</a:t>
            </a:fld>
          </a:p>
        </p:txBody>
      </p:sp>
      <p:sp>
        <p:nvSpPr>
          <p:cNvPr id="14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7FBBA9A-FDDE-4407-B33A-DD1F8FBC30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400" y="44964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КОМАНДА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A198945-4D9D-4160-9293-9EA7C3FB714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019300" y="3381375"/>
            <a:ext cx="347662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Lead Data Scientist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t.me/aleksgavr322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+79161689692</a:t>
            </a:r>
          </a:p>
        </p:txBody>
      </p:sp>
      <p:sp>
        <p:nvSpPr>
          <p:cNvPr id="1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F83322B-2B0B-4FE4-BECE-6ACE0A40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90750"/>
            <a:ext cx="3476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Алексей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Гаврилов</a:t>
            </a:r>
          </a:p>
        </p:txBody>
      </p:sp>
    </p:spTree>
    <p:extLst>
      <p:ext uri="{BB962C8B-B14F-4D97-AF65-F5344CB8AC3E}">
        <p14:creationId xmlns:p14="http://schemas.microsoft.com/office/powerpoint/2010/main" val="177697320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8d56c1e401ba494e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71D4CA5D-A0BF-4831-8CF2-3053B790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95208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4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9FEFBBD-80A3-4419-993B-2D2B9BDA5040}"/>
              </a:ext>
            </a:extLst>
          </p:cNvPr>
          <p:cNvSpPr>
            <a:spLocks xmlns:a="http://schemas.openxmlformats.org/drawingml/2006/main" noGrp="1"/>
          </p:cNvSpPr>
          <p:nvPr>
            <p:ph type="sldNum" idx="64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817BDC5E-1908-498C-A326-0870C7400289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4</a:t>
            </a:fld>
          </a:p>
        </p:txBody>
      </p:sp>
      <p:sp>
        <p:nvSpPr>
          <p:cNvPr id="14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DD3AF2BA-4E7B-41C8-BFD9-227CC6234E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960" y="44964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ЗАДАЧА И КОМАНДА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730E659-900C-4909-BE98-99CA8E5E451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33400" y="1600200"/>
            <a:ext cx="9906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Два участника: Lead Data Scientist и менеджер проекта. Команда AlphaWolfs, Москва.</a:t>
            </a:r>
          </a:p>
        </p:txBody>
      </p:sp>
      <p:sp>
        <p:nvSpPr>
          <p:cNvPr id="14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AE58B2B-A4E3-40DB-ABAC-18488DB9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520" y="1279800"/>
            <a:ext cx="5628960" cy="353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Краткая история команды:</a:t>
            </a:r>
          </a:p>
        </p:txBody>
      </p:sp>
      <p:sp>
        <p:nvSpPr>
          <p:cNvPr id="15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05EDFC80-D918-471B-8BEF-38BD90F8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80" y="5193720"/>
            <a:ext cx="10606680" cy="10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spcAft>
                <a:spcPts val="649"/>
              </a:spcAft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Первая версия давала 91% top-1 на синтетике, а на реальных снимках намного меньше: запрос из файла эталона легче съёмки телефоном. Теперь меряем на съёмке организатора, делим по винам и фотосериям, пороги подбираем только на настроечной части.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51037FC-BFC8-42A1-9D5C-C4D53D95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520" y="4571640"/>
            <a:ext cx="6437880" cy="62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11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С какими основными сложностями или вызовами </a:t>
            </a:r>
            <a:br/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вы столкнулись и как их преодолели?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7D3917B-586F-47AF-9887-1381B420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80" y="3529440"/>
            <a:ext cx="10332360" cy="82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spcAft>
                <a:spcPts val="649"/>
              </a:spcAft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Покупателю важно различать вина одной линейки по мелким надписям. В каталоге 69 групп тёзок — одна винодельня и одно название — на 152 позиции. Качество проверяемо: закрытая разметка и точный slug.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9BAADFF-CBAC-4294-99AA-74FF4702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520" y="2900160"/>
            <a:ext cx="5628960" cy="528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Почему вы выбрали именно эту задачу </a:t>
            </a:r>
            <a:br/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из предложенных на хакатоне?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69" name="Прямая соединительная линия 4"/>
          <p:cNvCxnSpPr/>
          <p:nvPr/>
        </p:nvCxnSpPr>
        <p:spPr>
          <a:xfrm xmlns:a="http://schemas.openxmlformats.org/drawingml/2006/main">
            <a:off x="623880" y="2745360"/>
            <a:ext cx="11233800" cy="72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0053"/>
            </a:solidFill>
          </a:ln>
        </p:spPr>
      </p:cxnSp>
      <p:cxnSp>
        <p:nvCxnSpPr>
          <p:cNvPr id="170" name="Прямая соединительная линия 5"/>
          <p:cNvCxnSpPr/>
          <p:nvPr/>
        </p:nvCxnSpPr>
        <p:spPr>
          <a:xfrm xmlns:a="http://schemas.openxmlformats.org/drawingml/2006/main">
            <a:off x="623880" y="4406760"/>
            <a:ext cx="11233800" cy="72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0053"/>
            </a:solidFill>
          </a:ln>
        </p:spPr>
      </p:cxnSp>
      <p:cxnSp>
        <p:nvCxnSpPr>
          <p:cNvPr id="171" name="Прямая соединительная линия 7"/>
          <p:cNvCxnSpPr/>
          <p:nvPr/>
        </p:nvCxnSpPr>
        <p:spPr>
          <a:xfrm xmlns:a="http://schemas.openxmlformats.org/drawingml/2006/main">
            <a:off x="623880" y="1109880"/>
            <a:ext cx="11233800" cy="72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0053"/>
            </a:solidFill>
          </a:ln>
        </p:spPr>
      </p:cxnSp>
      <p:sp>
        <p:nvSpPr>
          <p:cNvPr id="1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67DB2D3-AA99-4833-8908-ABE2FB7B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640" y="1279800"/>
            <a:ext cx="956160" cy="353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algn="r" defTabSz="578880">
              <a:lnSpc>
                <a:spcPct val="9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01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CEA63-0833-4F38-9862-ADC4C378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640" y="2900160"/>
            <a:ext cx="929880" cy="528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algn="r"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02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0F605B-B1C5-44BA-A502-CEE0A2D7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640" y="4571640"/>
            <a:ext cx="929880" cy="5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rmAutofit/>
          </a:bodyPr>
          <a:lstStyle xmlns:a="http://schemas.openxmlformats.org/drawingml/2006/main"/>
          <a:p xmlns:a="http://schemas.openxmlformats.org/drawingml/2006/main">
            <a:pPr algn="r" defTabSz="578880">
              <a:lnSpc>
                <a:spcPct val="100000"/>
              </a:lnSpc>
              <a:spcBef>
                <a:spcPts val="632"/>
              </a:spcBef>
              <a:buNone/>
              <a:tabLst>
                <a:tab pos="0" algn="l"/>
              </a:tabLst>
            </a:pPr>
            <a:r>
              <a:rPr sz="1400" b="1" spc="-1">
                <a:solidFill>
                  <a:schemeClr val="accent5"/>
                </a:solidFill>
                <a:latin typeface="Montserrat"/>
                <a:ea typeface="Montserrat"/>
                <a:cs typeface="Montserrat"/>
              </a:rPr>
              <a:t>03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646583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cfe73119e44f42a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844D0B95-C7E1-4F0D-837C-683B0ECE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750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61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944A01D6-1E91-48A4-8DA1-349F8A54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880" y="1211400"/>
            <a:ext cx="5439600" cy="4988880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62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98807F21-47A3-4D78-B6D4-EB1804E5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211400"/>
            <a:ext cx="5439600" cy="4988880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6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0F73F6B-7984-4DC1-9446-3D789E821E11}"/>
              </a:ext>
            </a:extLst>
          </p:cNvPr>
          <p:cNvSpPr>
            <a:spLocks xmlns:a="http://schemas.openxmlformats.org/drawingml/2006/main" noGrp="1"/>
          </p:cNvSpPr>
          <p:nvPr>
            <p:ph type="sldNum" idx="65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7FA7080F-F711-4C7C-98A3-4BBFD30FBF43}" type="slidenum"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</a:t>
            </a:fld>
          </a:p>
        </p:txBody>
      </p:sp>
      <p:sp>
        <p:nvSpPr>
          <p:cNvPr id="16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5F77AD3-05BE-41ED-BFA6-8B644D63FE9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89320" y="1920960"/>
            <a:ext cx="4929120" cy="3867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5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Поиск по целому кадру и вырезке бутылки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5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SigLIP 2 отбирает кандидатов, SIFT проверяет детали этикетки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5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Логистическая модель оценивает уверенность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5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Итоговый ответ определяют эта оценка, VLM и правила проверки</a:t>
            </a:r>
          </a:p>
        </p:txBody>
      </p:sp>
      <p:sp>
        <p:nvSpPr>
          <p:cNvPr id="16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0565391-AFE0-4B6F-B0C8-8CD13A541AE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513480" y="1920960"/>
            <a:ext cx="4956480" cy="387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Снимок телефоном открывает карточку вина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 сомнении доступны оговорка и «Не оно?»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Если вино не найдено, сервис предлагает аналоги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После поиска сомелье подбирает вино к блюду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Внедрение: модуль внутри каталога «Своё Вино»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Развитие: новые вина — переиндексацией</a:t>
            </a:r>
          </a:p>
        </p:txBody>
      </p:sp>
      <p:sp>
        <p:nvSpPr>
          <p:cNvPr id="16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48DFB52-F594-4209-9383-D8394872F1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5684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КОРОТКО О РЕШЕНИИ</a:t>
            </a:r>
          </a:p>
        </p:txBody>
      </p:sp>
      <p:sp>
        <p:nvSpPr>
          <p:cNvPr id="167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483ED2E2-7CE3-46C2-9709-3507956997F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78160" y="1476720"/>
            <a:ext cx="4929120" cy="55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Техническая суть решения</a:t>
            </a:r>
          </a:p>
        </p:txBody>
      </p:sp>
      <p:sp>
        <p:nvSpPr>
          <p:cNvPr id="168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367BFFC4-05E8-4304-8313-6A271B10DE8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513480" y="1476720"/>
            <a:ext cx="5213880" cy="56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Маркетинговая суть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1316609352"/>
      </p:ext>
    </p:extLst>
  </p:cSld>
</p:sld>
</file>

<file path=ppt/slides/slide6.xml><?xml version="1.0" encoding="utf-8"?>
<p:sld xmlns:p="http://schemas.openxmlformats.org/presentationml/2006/main" showMasterSp="0">
  <p:cSld>
    <p:bg>
      <p:bgPr>
        <a:blipFill xmlns:a="http://schemas.openxmlformats.org/drawingml/2006/main" rotWithShape="0">
          <a:blip xmlns:r="http://schemas.openxmlformats.org/officeDocument/2006/relationships" r:embed="Rb04b95683a52496c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9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DFF3338C-B7C9-4B5B-9301-FFB2F34F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7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A8FEB87-FB38-42B2-82A8-52101E632F28}"/>
              </a:ext>
            </a:extLst>
          </p:cNvPr>
          <p:cNvSpPr>
            <a:spLocks xmlns:a="http://schemas.openxmlformats.org/drawingml/2006/main" noGrp="1"/>
          </p:cNvSpPr>
          <p:nvPr>
            <p:ph type="sldNum" idx="66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FF51CC87-44BC-489D-BF48-6F7812FA4F9A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7</a:t>
            </a:fld>
          </a:p>
        </p:txBody>
      </p:sp>
      <p:sp>
        <p:nvSpPr>
          <p:cNvPr id="171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A4783EC3-A2C5-4AE3-B96F-1E8F7D91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458000"/>
            <a:ext cx="2525400" cy="14760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ДВА ВИДА КАДРА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5DEAC19-050F-4958-A9C7-14809F7EDD1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345960" y="1814040"/>
            <a:ext cx="2525400" cy="111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YOLO11m выделяет бутылку. Поиск использует вырезку и полный кадр.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E5B26B9-592F-4B1A-9121-D74A6F80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000" y="1458000"/>
            <a:ext cx="2525400" cy="14760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ГЕОМЕТРИЯ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E11C1A4B-A135-4131-B0B4-0040742D289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833000" y="1814040"/>
            <a:ext cx="2525400" cy="111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SIFT и RANSAC проверяют совпадение деталей этикетки.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BE2F4DD-9AC9-4919-95AE-AEC454E8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0840" y="1458000"/>
            <a:ext cx="2525400" cy="14760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РЕШЕНИЕ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AA70EFC1-2177-41BD-963F-E4BBAC9BA99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9330840" y="1814040"/>
            <a:ext cx="2525400" cy="111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Уверенность, VLM и правила определяют ответ: карточка, оговорка или отказ.</a:t>
            </a:r>
          </a:p>
        </p:txBody>
      </p:sp>
      <p:sp>
        <p:nvSpPr>
          <p:cNvPr id="17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39A18A3-158E-41F1-9019-5414DEE6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3440" y="4825440"/>
            <a:ext cx="2525400" cy="14760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ОТБОР ДВАДЦАТИ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1AB8F729-AABB-4ECB-AFA6-5625DC7C613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593440" y="5181480"/>
            <a:ext cx="2525400" cy="111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SigLIP 2 сравнивает снимок с каталогом и отбирает топ-20.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8B57D635-4105-4CB4-B3C2-12D723D1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0480" y="4825440"/>
            <a:ext cx="2525400" cy="14760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ТЕКСТ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AFC69228-D5BF-4C02-AD7E-E911DC2E441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080480" y="5181480"/>
            <a:ext cx="2525400" cy="1119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EasyOCR читает надписи, которые различают близких кандидатов.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13" name="Прямая соединительная линия 33"/>
          <p:cNvCxnSpPr/>
          <p:nvPr/>
        </p:nvCxnSpPr>
        <p:spPr>
          <a:xfrm xmlns:a="http://schemas.openxmlformats.org/drawingml/2006/main">
            <a:off x="2065680" y="3859920"/>
            <a:ext cx="133344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4" name="Прямая соединительная линия 34"/>
          <p:cNvCxnSpPr/>
          <p:nvPr/>
        </p:nvCxnSpPr>
        <p:spPr>
          <a:xfrm xmlns:a="http://schemas.openxmlformats.org/drawingml/2006/main">
            <a:off x="4312080" y="3862080"/>
            <a:ext cx="133308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5" name="Прямая соединительная линия 35"/>
          <p:cNvCxnSpPr/>
          <p:nvPr/>
        </p:nvCxnSpPr>
        <p:spPr>
          <a:xfrm xmlns:a="http://schemas.openxmlformats.org/drawingml/2006/main">
            <a:off x="6558120" y="3862080"/>
            <a:ext cx="133344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6" name="Прямая соединительная линия 36"/>
          <p:cNvCxnSpPr/>
          <p:nvPr/>
        </p:nvCxnSpPr>
        <p:spPr>
          <a:xfrm xmlns:a="http://schemas.openxmlformats.org/drawingml/2006/main">
            <a:off x="8780400" y="3862080"/>
            <a:ext cx="1333080" cy="7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7" name="Прямая соединительная линия 37"/>
          <p:cNvCxnSpPr/>
          <p:nvPr/>
        </p:nvCxnSpPr>
        <p:spPr>
          <a:xfrm xmlns:a="http://schemas.openxmlformats.org/drawingml/2006/main">
            <a:off x="1608840" y="2934720"/>
            <a:ext cx="720" cy="57384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8" name="Прямая соединительная линия 38"/>
          <p:cNvCxnSpPr/>
          <p:nvPr/>
        </p:nvCxnSpPr>
        <p:spPr>
          <a:xfrm xmlns:a="http://schemas.openxmlformats.org/drawingml/2006/main">
            <a:off x="3855240" y="4215960"/>
            <a:ext cx="1800" cy="5760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19" name="Прямая соединительная линия 39"/>
          <p:cNvCxnSpPr/>
          <p:nvPr/>
        </p:nvCxnSpPr>
        <p:spPr>
          <a:xfrm xmlns:a="http://schemas.openxmlformats.org/drawingml/2006/main">
            <a:off x="6095880" y="2934720"/>
            <a:ext cx="6120" cy="57384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20" name="Прямая соединительная линия 40"/>
          <p:cNvCxnSpPr/>
          <p:nvPr/>
        </p:nvCxnSpPr>
        <p:spPr>
          <a:xfrm xmlns:a="http://schemas.openxmlformats.org/drawingml/2006/main" flipH="1">
            <a:off x="8343360" y="4215960"/>
            <a:ext cx="5040" cy="5760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cxnSp>
        <p:nvCxnSpPr>
          <p:cNvPr id="221" name="Прямая соединительная линия 41"/>
          <p:cNvCxnSpPr/>
          <p:nvPr/>
        </p:nvCxnSpPr>
        <p:spPr>
          <a:xfrm xmlns:a="http://schemas.openxmlformats.org/drawingml/2006/main">
            <a:off x="10593720" y="2934720"/>
            <a:ext cx="720" cy="57384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sp>
        <p:nvSpPr>
          <p:cNvPr id="190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93A62087-78C4-4CEF-8F16-DB395D61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40" y="3508200"/>
            <a:ext cx="874080" cy="707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r>
              <a:rPr sz="2400" b="1" spc="-1">
                <a:solidFill>
                  <a:schemeClr val="accent1"/>
                </a:solidFill>
                <a:latin typeface="Montserrat"/>
                <a:ea typeface="Montserrat"/>
                <a:cs typeface="Montserrat"/>
              </a:rPr>
              <a:t>1</a:t>
            </a:r>
            <a:endParaRPr sz="2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6D437155-1296-41E5-B45F-F05DD7EF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440" y="3506040"/>
            <a:ext cx="874080" cy="707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r>
              <a:rPr sz="2400" b="1" spc="-1">
                <a:solidFill>
                  <a:schemeClr val="accent1"/>
                </a:solidFill>
                <a:latin typeface="Montserrat"/>
                <a:ea typeface="Montserrat"/>
                <a:cs typeface="Montserrat"/>
              </a:rPr>
              <a:t>2</a:t>
            </a:r>
            <a:endParaRPr sz="2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0231A8CE-2EAA-47FB-B697-14308DF9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480" y="3516120"/>
            <a:ext cx="874080" cy="707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r>
              <a:rPr sz="2400" b="1" spc="-1">
                <a:solidFill>
                  <a:schemeClr val="accent1"/>
                </a:solidFill>
                <a:latin typeface="Montserrat"/>
                <a:ea typeface="Montserrat"/>
                <a:cs typeface="Montserrat"/>
              </a:rPr>
              <a:t>3</a:t>
            </a:r>
            <a:endParaRPr sz="2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E187078F-5D9C-48D7-83A5-2894103D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60" y="3506040"/>
            <a:ext cx="874080" cy="707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r>
              <a:rPr sz="2400" b="1" spc="-1">
                <a:solidFill>
                  <a:schemeClr val="accent1"/>
                </a:solidFill>
                <a:latin typeface="Montserrat"/>
                <a:ea typeface="Montserrat"/>
                <a:cs typeface="Montserrat"/>
              </a:rPr>
              <a:t>4</a:t>
            </a:r>
            <a:endParaRPr sz="2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82477BE9-2786-4354-8144-5BF3FAEA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120" y="3538800"/>
            <a:ext cx="874080" cy="707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r>
              <a:rPr sz="2400" b="1" spc="-1">
                <a:solidFill>
                  <a:schemeClr val="accent1"/>
                </a:solidFill>
                <a:latin typeface="Montserrat"/>
                <a:ea typeface="Montserrat"/>
                <a:cs typeface="Montserrat"/>
              </a:rPr>
              <a:t>5</a:t>
            </a:r>
            <a:endParaRPr sz="2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10D5C8AD-F3D9-4507-BA3E-2D25B73904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АРХИТЕКТУРА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56BCBB70-698B-4DFE-A894-21D7BF18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520"/>
            <a:ext cx="2835360" cy="1580760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2400" b="1" spc="-1">
              <a:solidFill>
                <a:schemeClr val="accen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97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954F561E-62E4-4E05-B650-33C4E62F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360" y="1370520"/>
            <a:ext cx="2835360" cy="1580760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2400" b="1" spc="-1">
              <a:solidFill>
                <a:schemeClr val="accen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98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849813E8-4A73-4C6A-9041-8CD5AA50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520"/>
            <a:ext cx="2835360" cy="1580760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2400" b="1" spc="-1">
              <a:solidFill>
                <a:schemeClr val="accen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99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5665B3C5-AE95-4AC3-B0FA-3F4895D9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760" y="4825440"/>
            <a:ext cx="2835360" cy="1580760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2400" b="1" spc="-1">
              <a:solidFill>
                <a:schemeClr val="accent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00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6DF87605-A233-42DE-88B4-9E552BC6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20" y="4791240"/>
            <a:ext cx="2835360" cy="1580760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>
            <a:solidFill>
              <a:srgbClr val="FF0053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2400" b="1" spc="-1">
              <a:solidFill>
                <a:schemeClr val="accent1"/>
              </a:solidFill>
              <a:latin typeface="Montserrat"/>
              <a:ea typeface="Montserrat"/>
              <a:cs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436208561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2a0ed1d044054ed6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1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B62DC2CD-3744-4EB3-BC83-66A8117D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tabLst>
                <a:tab pos="0" algn="l"/>
              </a:tabLst>
            </a:pPr>
            <a:r>
              <a:rPr sz="2100" b="1" spc="-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ЖИВОЕ ДЕМО</a:t>
            </a:r>
            <a:endParaRPr sz="21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38" name="Рисунок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a514ece274de9"/>
          <a:srcRect xmlns:a="http://schemas.openxmlformats.org/drawingml/2006/main" l="0" t="1125" r="0" b="1125"/>
          <a:stretch xmlns:a="http://schemas.openxmlformats.org/drawingml/2006/main"/>
        </p:blipFill>
        <p:spPr>
          <a:xfrm xmlns:a="http://schemas.openxmlformats.org/drawingml/2006/main">
            <a:off x="5009760" y="1235880"/>
            <a:ext cx="2171520" cy="460188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203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86ED797-37CD-485D-BAB6-31035A83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1641240"/>
            <a:ext cx="38120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Загрузка фото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3545548-F67F-4660-9BD7-AF67F480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1641240"/>
            <a:ext cx="38120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Одна карточка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3C81009B-718B-468A-BCA5-E1DB6E3B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3864600"/>
            <a:ext cx="38120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Вина нет в каталоге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692CD0A-30F4-4ECC-B0B1-33294BCEA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3864600"/>
            <a:ext cx="38120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Проверка результата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90214EF-48A1-425D-A1C7-C6670157FB7E}"/>
              </a:ext>
            </a:extLst>
          </p:cNvPr>
          <p:cNvSpPr>
            <a:spLocks xmlns:a="http://schemas.openxmlformats.org/drawingml/2006/main" noGrp="1"/>
          </p:cNvSpPr>
          <p:nvPr>
            <p:ph type="sldNum" idx="67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63A9223F-87A5-4196-B7EA-22D3E9B23327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</a:t>
            </a:fld>
          </a:p>
        </p:txBody>
      </p:sp>
      <p:sp>
        <p:nvSpPr>
          <p:cNvPr id="208" name="Полилиния: фигура 13">
            <a:extLst xmlns:a="http://schemas.openxmlformats.org/drawingml/2006/main">
              <a:ext uri="{FF2B5EF4-FFF2-40B4-BE49-F238E27FC236}">
                <a16:creationId xmlns:a16="http://schemas.microsoft.com/office/drawing/2014/main" id="{AB3D9257-6A0F-4C4E-952D-AA2FC5E7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3760" y="1208880"/>
            <a:ext cx="2240640" cy="4662000"/>
          </a:xfrm>
          <a:custGeom xmlns:a="http://schemas.openxmlformats.org/drawingml/2006/main">
            <a:gdLst>
              <a:gd name="textAreaLeft" fmla="*/ 0 w 2240640"/>
              <a:gd name="textAreaRight" fmla="*/ 2241360 w 2240640"/>
              <a:gd name="textAreaTop" fmla="*/ 0 h 4662000"/>
              <a:gd name="textAreaBottom" fmla="*/ 4662720 h 4662000"/>
            </a:gdLst>
            <a:rect l="textAreaLeft" t="textAreaTop" r="textAreaRight" b="textAreaBottom"/>
            <a:pathLst>
              <a:path w="1781175" h="3705225">
                <a:moveTo>
                  <a:pt x="1525905" y="7144"/>
                </a:moveTo>
                <a:lnTo>
                  <a:pt x="257461" y="7144"/>
                </a:lnTo>
                <a:cubicBezTo>
                  <a:pt x="119253" y="7144"/>
                  <a:pt x="7144" y="119253"/>
                  <a:pt x="7144" y="257461"/>
                </a:cubicBezTo>
                <a:lnTo>
                  <a:pt x="7144" y="3450050"/>
                </a:lnTo>
                <a:cubicBezTo>
                  <a:pt x="7144" y="3588258"/>
                  <a:pt x="119253" y="3700367"/>
                  <a:pt x="257461" y="3700367"/>
                </a:cubicBezTo>
                <a:lnTo>
                  <a:pt x="1525905" y="3700367"/>
                </a:lnTo>
                <a:cubicBezTo>
                  <a:pt x="1664113" y="3700367"/>
                  <a:pt x="1776222" y="3588258"/>
                  <a:pt x="1776222" y="3450050"/>
                </a:cubicBezTo>
                <a:lnTo>
                  <a:pt x="1776222" y="257461"/>
                </a:lnTo>
                <a:cubicBezTo>
                  <a:pt x="1776222" y="119253"/>
                  <a:pt x="1664113" y="7144"/>
                  <a:pt x="1525905" y="7144"/>
                </a:cubicBezTo>
                <a:close/>
                <a:moveTo>
                  <a:pt x="1751933" y="3441287"/>
                </a:moveTo>
                <a:cubicBezTo>
                  <a:pt x="1751933" y="3570923"/>
                  <a:pt x="1646777" y="3676079"/>
                  <a:pt x="1517142" y="3676079"/>
                </a:cubicBezTo>
                <a:lnTo>
                  <a:pt x="266224" y="3676079"/>
                </a:lnTo>
                <a:cubicBezTo>
                  <a:pt x="136589" y="3676079"/>
                  <a:pt x="31433" y="3570923"/>
                  <a:pt x="31433" y="3441287"/>
                </a:cubicBezTo>
                <a:lnTo>
                  <a:pt x="31433" y="266224"/>
                </a:lnTo>
                <a:cubicBezTo>
                  <a:pt x="31433" y="136589"/>
                  <a:pt x="136589" y="31433"/>
                  <a:pt x="266224" y="31433"/>
                </a:cubicBezTo>
                <a:lnTo>
                  <a:pt x="1517047" y="31433"/>
                </a:lnTo>
                <a:cubicBezTo>
                  <a:pt x="1646682" y="31433"/>
                  <a:pt x="1751838" y="136589"/>
                  <a:pt x="1751838" y="266224"/>
                </a:cubicBezTo>
                <a:lnTo>
                  <a:pt x="1751838" y="3441287"/>
                </a:lnTo>
                <a:close/>
              </a:path>
            </a:pathLst>
          </a:custGeom>
          <a:solidFill xmlns:a="http://schemas.openxmlformats.org/drawingml/2006/main">
            <a:schemeClr val="accent5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09" name="Полилиния: фигура 14">
            <a:extLst xmlns:a="http://schemas.openxmlformats.org/drawingml/2006/main">
              <a:ext uri="{FF2B5EF4-FFF2-40B4-BE49-F238E27FC236}">
                <a16:creationId xmlns:a16="http://schemas.microsoft.com/office/drawing/2014/main" id="{F1221D87-081C-49C1-AAE0-B7E8A5EA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4400" y="1208880"/>
            <a:ext cx="2144880" cy="370800"/>
          </a:xfrm>
          <a:custGeom xmlns:a="http://schemas.openxmlformats.org/drawingml/2006/main">
            <a:gdLst>
              <a:gd name="textAreaLeft" fmla="*/ 0 w 2144880"/>
              <a:gd name="textAreaRight" fmla="*/ 2145600 w 2144880"/>
              <a:gd name="textAreaTop" fmla="*/ 0 h 370800"/>
              <a:gd name="textAreaBottom" fmla="*/ 371520 h 370800"/>
            </a:gdLst>
            <a:rect l="textAreaLeft" t="textAreaTop" r="textAreaRight" b="textAreaBottom"/>
            <a:pathLst>
              <a:path w="1704975" h="295275">
                <a:moveTo>
                  <a:pt x="7144" y="93266"/>
                </a:moveTo>
                <a:cubicBezTo>
                  <a:pt x="58103" y="47736"/>
                  <a:pt x="124015" y="12303"/>
                  <a:pt x="201454" y="13256"/>
                </a:cubicBezTo>
                <a:lnTo>
                  <a:pt x="1404271" y="15637"/>
                </a:lnTo>
                <a:cubicBezTo>
                  <a:pt x="1560767" y="25067"/>
                  <a:pt x="1698498" y="110697"/>
                  <a:pt x="1703832" y="292815"/>
                </a:cubicBezTo>
                <a:cubicBezTo>
                  <a:pt x="1703832" y="312912"/>
                  <a:pt x="1714595" y="140319"/>
                  <a:pt x="1602772" y="64596"/>
                </a:cubicBezTo>
                <a:cubicBezTo>
                  <a:pt x="1549622" y="26496"/>
                  <a:pt x="1471136" y="9827"/>
                  <a:pt x="1423987" y="8874"/>
                </a:cubicBezTo>
                <a:cubicBezTo>
                  <a:pt x="1346740" y="7446"/>
                  <a:pt x="327660" y="5826"/>
                  <a:pt x="202787" y="8874"/>
                </a:cubicBezTo>
                <a:cubicBezTo>
                  <a:pt x="98203" y="11446"/>
                  <a:pt x="49149" y="53642"/>
                  <a:pt x="7144" y="93266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0" name="Полилиния: фигура 15">
            <a:extLst xmlns:a="http://schemas.openxmlformats.org/drawingml/2006/main">
              <a:ext uri="{FF2B5EF4-FFF2-40B4-BE49-F238E27FC236}">
                <a16:creationId xmlns:a16="http://schemas.microsoft.com/office/drawing/2014/main" id="{B53296DE-8C9D-4ED6-A9D4-9DBD9328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760" y="1239120"/>
            <a:ext cx="2180880" cy="4601880"/>
          </a:xfrm>
          <a:custGeom xmlns:a="http://schemas.openxmlformats.org/drawingml/2006/main">
            <a:gdLst>
              <a:gd name="textAreaLeft" fmla="*/ 0 w 2180880"/>
              <a:gd name="textAreaRight" fmla="*/ 2181600 w 2180880"/>
              <a:gd name="textAreaTop" fmla="*/ 0 h 4601880"/>
              <a:gd name="textAreaBottom" fmla="*/ 4602600 h 4601880"/>
            </a:gdLst>
            <a:rect l="textAreaLeft" t="textAreaTop" r="textAreaRight" b="textAreaBottom"/>
            <a:pathLst>
              <a:path w="1733550" h="3657600">
                <a:moveTo>
                  <a:pt x="1492758" y="7144"/>
                </a:moveTo>
                <a:lnTo>
                  <a:pt x="241935" y="7144"/>
                </a:lnTo>
                <a:cubicBezTo>
                  <a:pt x="112300" y="7144"/>
                  <a:pt x="7144" y="112300"/>
                  <a:pt x="7144" y="241935"/>
                </a:cubicBezTo>
                <a:lnTo>
                  <a:pt x="7144" y="3416999"/>
                </a:lnTo>
                <a:cubicBezTo>
                  <a:pt x="7144" y="3546634"/>
                  <a:pt x="112300" y="3651790"/>
                  <a:pt x="241935" y="3651790"/>
                </a:cubicBezTo>
                <a:lnTo>
                  <a:pt x="1492758" y="3651790"/>
                </a:lnTo>
                <a:cubicBezTo>
                  <a:pt x="1622393" y="3651790"/>
                  <a:pt x="1727549" y="3546634"/>
                  <a:pt x="1727549" y="3416999"/>
                </a:cubicBezTo>
                <a:lnTo>
                  <a:pt x="1727549" y="241935"/>
                </a:lnTo>
                <a:cubicBezTo>
                  <a:pt x="1727549" y="112300"/>
                  <a:pt x="1622393" y="7144"/>
                  <a:pt x="1492758" y="7144"/>
                </a:cubicBezTo>
                <a:close/>
                <a:moveTo>
                  <a:pt x="1715357" y="3409950"/>
                </a:moveTo>
                <a:cubicBezTo>
                  <a:pt x="1715357" y="3536823"/>
                  <a:pt x="1612487" y="3639693"/>
                  <a:pt x="1485614" y="3639693"/>
                </a:cubicBezTo>
                <a:lnTo>
                  <a:pt x="248984" y="3639693"/>
                </a:lnTo>
                <a:cubicBezTo>
                  <a:pt x="122111" y="3639693"/>
                  <a:pt x="19241" y="3536823"/>
                  <a:pt x="19241" y="3409950"/>
                </a:cubicBezTo>
                <a:lnTo>
                  <a:pt x="19241" y="248984"/>
                </a:lnTo>
                <a:cubicBezTo>
                  <a:pt x="19241" y="122111"/>
                  <a:pt x="122111" y="19336"/>
                  <a:pt x="248984" y="19336"/>
                </a:cubicBezTo>
                <a:lnTo>
                  <a:pt x="1485710" y="19336"/>
                </a:lnTo>
                <a:cubicBezTo>
                  <a:pt x="1612583" y="19336"/>
                  <a:pt x="1715452" y="122206"/>
                  <a:pt x="1715452" y="249079"/>
                </a:cubicBezTo>
                <a:lnTo>
                  <a:pt x="1715452" y="3409950"/>
                </a:lnTo>
                <a:close/>
              </a:path>
            </a:pathLst>
          </a:custGeom>
          <a:solidFill xmlns:a="http://schemas.openxmlformats.org/drawingml/2006/main">
            <a:schemeClr val="accent5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1" name="Полилиния: фигура 16">
            <a:extLst xmlns:a="http://schemas.openxmlformats.org/drawingml/2006/main">
              <a:ext uri="{FF2B5EF4-FFF2-40B4-BE49-F238E27FC236}">
                <a16:creationId xmlns:a16="http://schemas.microsoft.com/office/drawing/2014/main" id="{01EF820F-0733-4CF3-90B8-6FEA893B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9320" y="1080000"/>
            <a:ext cx="2200680" cy="4759200"/>
          </a:xfrm>
          <a:custGeom xmlns:a="http://schemas.openxmlformats.org/drawingml/2006/main">
            <a:gdLst>
              <a:gd name="textAreaLeft" fmla="*/ 0 w 2200680"/>
              <a:gd name="textAreaRight" fmla="*/ 2201400 w 2200680"/>
              <a:gd name="textAreaTop" fmla="*/ 0 h 4759200"/>
              <a:gd name="textAreaBottom" fmla="*/ 4759920 h 4759200"/>
            </a:gdLst>
            <a:rect l="textAreaLeft" t="textAreaTop" r="textAreaRight" b="textAreaBottom"/>
            <a:pathLst>
              <a:path w="1733550" h="3657600">
                <a:moveTo>
                  <a:pt x="1493996" y="3654266"/>
                </a:moveTo>
                <a:lnTo>
                  <a:pt x="243078" y="3654266"/>
                </a:lnTo>
                <a:cubicBezTo>
                  <a:pt x="112967" y="3654266"/>
                  <a:pt x="7144" y="3548444"/>
                  <a:pt x="7144" y="3418237"/>
                </a:cubicBezTo>
                <a:lnTo>
                  <a:pt x="7144" y="243173"/>
                </a:lnTo>
                <a:cubicBezTo>
                  <a:pt x="7049" y="113062"/>
                  <a:pt x="112967" y="7144"/>
                  <a:pt x="243078" y="7144"/>
                </a:cubicBezTo>
                <a:lnTo>
                  <a:pt x="1493996" y="7144"/>
                </a:lnTo>
                <a:cubicBezTo>
                  <a:pt x="1624108" y="7144"/>
                  <a:pt x="1729931" y="112967"/>
                  <a:pt x="1729931" y="243078"/>
                </a:cubicBezTo>
                <a:lnTo>
                  <a:pt x="1729931" y="3418142"/>
                </a:lnTo>
                <a:cubicBezTo>
                  <a:pt x="1729931" y="3548253"/>
                  <a:pt x="1624108" y="3654171"/>
                  <a:pt x="1493996" y="3654171"/>
                </a:cubicBezTo>
                <a:close/>
                <a:moveTo>
                  <a:pt x="243078" y="9525"/>
                </a:moveTo>
                <a:cubicBezTo>
                  <a:pt x="114300" y="9525"/>
                  <a:pt x="9430" y="114395"/>
                  <a:pt x="9430" y="243173"/>
                </a:cubicBezTo>
                <a:lnTo>
                  <a:pt x="9430" y="3418237"/>
                </a:lnTo>
                <a:cubicBezTo>
                  <a:pt x="9430" y="3547015"/>
                  <a:pt x="114205" y="3651885"/>
                  <a:pt x="242983" y="3651885"/>
                </a:cubicBezTo>
                <a:lnTo>
                  <a:pt x="1493901" y="3651885"/>
                </a:lnTo>
                <a:cubicBezTo>
                  <a:pt x="1622679" y="3651885"/>
                  <a:pt x="1727454" y="3547110"/>
                  <a:pt x="1727454" y="3418237"/>
                </a:cubicBezTo>
                <a:lnTo>
                  <a:pt x="1727454" y="243173"/>
                </a:lnTo>
                <a:cubicBezTo>
                  <a:pt x="1727454" y="114395"/>
                  <a:pt x="1622679" y="9620"/>
                  <a:pt x="1493901" y="9620"/>
                </a:cubicBezTo>
                <a:lnTo>
                  <a:pt x="243078" y="9620"/>
                </a:lnTo>
                <a:close/>
                <a:moveTo>
                  <a:pt x="1486853" y="3642074"/>
                </a:moveTo>
                <a:lnTo>
                  <a:pt x="250127" y="3642074"/>
                </a:lnTo>
                <a:cubicBezTo>
                  <a:pt x="122777" y="3642074"/>
                  <a:pt x="19241" y="3538442"/>
                  <a:pt x="19241" y="3411188"/>
                </a:cubicBezTo>
                <a:lnTo>
                  <a:pt x="19241" y="250222"/>
                </a:lnTo>
                <a:cubicBezTo>
                  <a:pt x="19241" y="122968"/>
                  <a:pt x="122873" y="19336"/>
                  <a:pt x="250127" y="19336"/>
                </a:cubicBezTo>
                <a:lnTo>
                  <a:pt x="1486853" y="19336"/>
                </a:lnTo>
                <a:cubicBezTo>
                  <a:pt x="1614202" y="19336"/>
                  <a:pt x="1717739" y="122968"/>
                  <a:pt x="1717739" y="250222"/>
                </a:cubicBezTo>
                <a:lnTo>
                  <a:pt x="1717739" y="3411093"/>
                </a:lnTo>
                <a:cubicBezTo>
                  <a:pt x="1717739" y="3538442"/>
                  <a:pt x="1614107" y="3641979"/>
                  <a:pt x="1486853" y="3641979"/>
                </a:cubicBezTo>
                <a:close/>
                <a:moveTo>
                  <a:pt x="250127" y="21717"/>
                </a:moveTo>
                <a:cubicBezTo>
                  <a:pt x="124111" y="21717"/>
                  <a:pt x="21622" y="124206"/>
                  <a:pt x="21622" y="250222"/>
                </a:cubicBezTo>
                <a:lnTo>
                  <a:pt x="21622" y="3411093"/>
                </a:lnTo>
                <a:cubicBezTo>
                  <a:pt x="21622" y="3537109"/>
                  <a:pt x="124111" y="3639598"/>
                  <a:pt x="250127" y="3639598"/>
                </a:cubicBezTo>
                <a:lnTo>
                  <a:pt x="1486853" y="3639598"/>
                </a:lnTo>
                <a:cubicBezTo>
                  <a:pt x="1612868" y="3639598"/>
                  <a:pt x="1715357" y="3537109"/>
                  <a:pt x="1715357" y="3411093"/>
                </a:cubicBezTo>
                <a:lnTo>
                  <a:pt x="1715357" y="250222"/>
                </a:lnTo>
                <a:cubicBezTo>
                  <a:pt x="1715357" y="124206"/>
                  <a:pt x="1612868" y="21717"/>
                  <a:pt x="1486853" y="21717"/>
                </a:cubicBezTo>
                <a:lnTo>
                  <a:pt x="250127" y="2171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2" name="Полилиния: фигура 17">
            <a:extLst xmlns:a="http://schemas.openxmlformats.org/drawingml/2006/main">
              <a:ext uri="{FF2B5EF4-FFF2-40B4-BE49-F238E27FC236}">
                <a16:creationId xmlns:a16="http://schemas.microsoft.com/office/drawing/2014/main" id="{B9FAD795-D017-4117-963A-B816765E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4400" y="5493960"/>
            <a:ext cx="2144880" cy="370800"/>
          </a:xfrm>
          <a:custGeom xmlns:a="http://schemas.openxmlformats.org/drawingml/2006/main">
            <a:gdLst>
              <a:gd name="textAreaLeft" fmla="*/ 0 w 2144880"/>
              <a:gd name="textAreaRight" fmla="*/ 2145600 w 2144880"/>
              <a:gd name="textAreaTop" fmla="*/ 0 h 370800"/>
              <a:gd name="textAreaBottom" fmla="*/ 371520 h 370800"/>
            </a:gdLst>
            <a:rect l="textAreaLeft" t="textAreaTop" r="textAreaRight" b="textAreaBottom"/>
            <a:pathLst>
              <a:path w="1704975" h="295275">
                <a:moveTo>
                  <a:pt x="7144" y="208404"/>
                </a:moveTo>
                <a:cubicBezTo>
                  <a:pt x="58103" y="253933"/>
                  <a:pt x="124015" y="289366"/>
                  <a:pt x="201454" y="288318"/>
                </a:cubicBezTo>
                <a:lnTo>
                  <a:pt x="1404271" y="285937"/>
                </a:lnTo>
                <a:cubicBezTo>
                  <a:pt x="1560767" y="276507"/>
                  <a:pt x="1698498" y="190878"/>
                  <a:pt x="1703832" y="8760"/>
                </a:cubicBezTo>
                <a:cubicBezTo>
                  <a:pt x="1703832" y="-11338"/>
                  <a:pt x="1714595" y="161255"/>
                  <a:pt x="1602772" y="236979"/>
                </a:cubicBezTo>
                <a:cubicBezTo>
                  <a:pt x="1549622" y="275079"/>
                  <a:pt x="1471136" y="291748"/>
                  <a:pt x="1423987" y="292700"/>
                </a:cubicBezTo>
                <a:cubicBezTo>
                  <a:pt x="1346740" y="294129"/>
                  <a:pt x="327660" y="295748"/>
                  <a:pt x="202787" y="292700"/>
                </a:cubicBezTo>
                <a:cubicBezTo>
                  <a:pt x="98203" y="290128"/>
                  <a:pt x="49054" y="247932"/>
                  <a:pt x="7144" y="208404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3" name="Полилиния: фигура 18">
            <a:extLst xmlns:a="http://schemas.openxmlformats.org/drawingml/2006/main">
              <a:ext uri="{FF2B5EF4-FFF2-40B4-BE49-F238E27FC236}">
                <a16:creationId xmlns:a16="http://schemas.microsoft.com/office/drawing/2014/main" id="{4A3C2F4A-6224-43AE-AC8D-DFF62CE2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400" y="2180520"/>
            <a:ext cx="23400" cy="50256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502560"/>
              <a:gd name="textAreaBottom" fmla="*/ 503280 h 502560"/>
            </a:gdLst>
            <a:rect l="textAreaLeft" t="textAreaTop" r="textAreaRight" b="textAreaBottom"/>
            <a:pathLst>
              <a:path w="19050" h="400050">
                <a:moveTo>
                  <a:pt x="7144" y="7144"/>
                </a:moveTo>
                <a:lnTo>
                  <a:pt x="12763" y="7144"/>
                </a:lnTo>
                <a:lnTo>
                  <a:pt x="12763" y="402241"/>
                </a:lnTo>
                <a:lnTo>
                  <a:pt x="7144" y="402241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4" name="Полилиния: фигура 19">
            <a:extLst xmlns:a="http://schemas.openxmlformats.org/drawingml/2006/main">
              <a:ext uri="{FF2B5EF4-FFF2-40B4-BE49-F238E27FC236}">
                <a16:creationId xmlns:a16="http://schemas.microsoft.com/office/drawing/2014/main" id="{A179AAD6-90DF-459E-897F-3E34AC8E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3600" y="2180880"/>
            <a:ext cx="11160" cy="502560"/>
          </a:xfrm>
          <a:custGeom xmlns:a="http://schemas.openxmlformats.org/drawingml/2006/main">
            <a:gdLst>
              <a:gd name="textAreaLeft" fmla="*/ 0 w 11160"/>
              <a:gd name="textAreaRight" fmla="*/ 11880 w 11160"/>
              <a:gd name="textAreaTop" fmla="*/ 0 h 502560"/>
              <a:gd name="textAreaBottom" fmla="*/ 503280 h 502560"/>
            </a:gdLst>
            <a:rect l="textAreaLeft" t="textAreaTop" r="textAreaRight" b="textAreaBottom"/>
            <a:pathLst>
              <a:path w="9525" h="400050">
                <a:moveTo>
                  <a:pt x="7144" y="402145"/>
                </a:moveTo>
                <a:lnTo>
                  <a:pt x="7144" y="7144"/>
                </a:lnTo>
                <a:lnTo>
                  <a:pt x="10001" y="10573"/>
                </a:lnTo>
                <a:cubicBezTo>
                  <a:pt x="8572" y="38862"/>
                  <a:pt x="8668" y="370522"/>
                  <a:pt x="10001" y="398717"/>
                </a:cubicBezTo>
                <a:lnTo>
                  <a:pt x="7144" y="40214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5" name="Полилиния: фигура 20">
            <a:extLst xmlns:a="http://schemas.openxmlformats.org/drawingml/2006/main">
              <a:ext uri="{FF2B5EF4-FFF2-40B4-BE49-F238E27FC236}">
                <a16:creationId xmlns:a16="http://schemas.microsoft.com/office/drawing/2014/main" id="{E927094F-B049-4C08-A450-3C4CA39D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5400" y="2180520"/>
            <a:ext cx="23400" cy="34704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2764" y="7144"/>
                </a:lnTo>
                <a:lnTo>
                  <a:pt x="12764" y="272701"/>
                </a:lnTo>
                <a:lnTo>
                  <a:pt x="7144" y="272701"/>
                </a:lnTo>
                <a:close/>
              </a:path>
            </a:pathLst>
          </a:custGeom>
          <a:solidFill xmlns:a="http://schemas.openxmlformats.org/drawingml/2006/main">
            <a:srgbClr val="FE095F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6" name="Полилиния: фигура 21">
            <a:extLst xmlns:a="http://schemas.openxmlformats.org/drawingml/2006/main">
              <a:ext uri="{FF2B5EF4-FFF2-40B4-BE49-F238E27FC236}">
                <a16:creationId xmlns:a16="http://schemas.microsoft.com/office/drawing/2014/main" id="{CC1CC9A7-2678-4B16-8306-ABB9E98B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1800" y="2180880"/>
            <a:ext cx="11160" cy="347040"/>
          </a:xfrm>
          <a:custGeom xmlns:a="http://schemas.openxmlformats.org/drawingml/2006/main">
            <a:gdLst>
              <a:gd name="textAreaLeft" fmla="*/ 0 w 11160"/>
              <a:gd name="textAreaRight" fmla="*/ 11880 w 1116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9525" h="276225">
                <a:moveTo>
                  <a:pt x="10001" y="272605"/>
                </a:moveTo>
                <a:lnTo>
                  <a:pt x="10001" y="7144"/>
                </a:lnTo>
                <a:lnTo>
                  <a:pt x="7144" y="10573"/>
                </a:lnTo>
                <a:cubicBezTo>
                  <a:pt x="8573" y="38862"/>
                  <a:pt x="8477" y="240982"/>
                  <a:pt x="7144" y="269176"/>
                </a:cubicBezTo>
                <a:lnTo>
                  <a:pt x="10001" y="27260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7" name="Полилиния: фигура 22">
            <a:extLst xmlns:a="http://schemas.openxmlformats.org/drawingml/2006/main">
              <a:ext uri="{FF2B5EF4-FFF2-40B4-BE49-F238E27FC236}">
                <a16:creationId xmlns:a16="http://schemas.microsoft.com/office/drawing/2014/main" id="{1722F5BF-71DC-4513-B315-9191A364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600" y="2180880"/>
            <a:ext cx="23400" cy="34704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3240" y="7144"/>
                </a:lnTo>
                <a:lnTo>
                  <a:pt x="13240" y="272701"/>
                </a:lnTo>
                <a:lnTo>
                  <a:pt x="7144" y="272701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8" name="Полилиния: фигура 23">
            <a:extLst xmlns:a="http://schemas.openxmlformats.org/drawingml/2006/main">
              <a:ext uri="{FF2B5EF4-FFF2-40B4-BE49-F238E27FC236}">
                <a16:creationId xmlns:a16="http://schemas.microsoft.com/office/drawing/2014/main" id="{C2A83517-655A-4138-A399-A123757C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5400" y="2599560"/>
            <a:ext cx="23400" cy="34704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2764" y="7144"/>
                </a:lnTo>
                <a:lnTo>
                  <a:pt x="12764" y="272701"/>
                </a:lnTo>
                <a:lnTo>
                  <a:pt x="7144" y="272701"/>
                </a:lnTo>
                <a:close/>
              </a:path>
            </a:pathLst>
          </a:custGeom>
          <a:solidFill xmlns:a="http://schemas.openxmlformats.org/drawingml/2006/main">
            <a:srgbClr val="FE095F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19" name="Полилиния: фигура 24">
            <a:extLst xmlns:a="http://schemas.openxmlformats.org/drawingml/2006/main">
              <a:ext uri="{FF2B5EF4-FFF2-40B4-BE49-F238E27FC236}">
                <a16:creationId xmlns:a16="http://schemas.microsoft.com/office/drawing/2014/main" id="{FF98DA41-A344-4642-BCE7-34624A25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1800" y="2599920"/>
            <a:ext cx="11160" cy="347040"/>
          </a:xfrm>
          <a:custGeom xmlns:a="http://schemas.openxmlformats.org/drawingml/2006/main">
            <a:gdLst>
              <a:gd name="textAreaLeft" fmla="*/ 0 w 11160"/>
              <a:gd name="textAreaRight" fmla="*/ 11880 w 1116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9525" h="276225">
                <a:moveTo>
                  <a:pt x="10001" y="272605"/>
                </a:moveTo>
                <a:lnTo>
                  <a:pt x="10001" y="7144"/>
                </a:lnTo>
                <a:lnTo>
                  <a:pt x="7144" y="10573"/>
                </a:lnTo>
                <a:cubicBezTo>
                  <a:pt x="8573" y="38862"/>
                  <a:pt x="8477" y="240983"/>
                  <a:pt x="7144" y="269176"/>
                </a:cubicBezTo>
                <a:lnTo>
                  <a:pt x="10001" y="27260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0" name="Полилиния: фигура 25">
            <a:extLst xmlns:a="http://schemas.openxmlformats.org/drawingml/2006/main">
              <a:ext uri="{FF2B5EF4-FFF2-40B4-BE49-F238E27FC236}">
                <a16:creationId xmlns:a16="http://schemas.microsoft.com/office/drawing/2014/main" id="{4C552BC4-F3FD-4EEB-A6DD-D55B577C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600" y="2599560"/>
            <a:ext cx="23400" cy="34704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3240" y="7144"/>
                </a:lnTo>
                <a:lnTo>
                  <a:pt x="13240" y="272701"/>
                </a:lnTo>
                <a:lnTo>
                  <a:pt x="7144" y="272701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1" name="Полилиния: фигура 26">
            <a:extLst xmlns:a="http://schemas.openxmlformats.org/drawingml/2006/main">
              <a:ext uri="{FF2B5EF4-FFF2-40B4-BE49-F238E27FC236}">
                <a16:creationId xmlns:a16="http://schemas.microsoft.com/office/drawing/2014/main" id="{514C5286-753C-40B2-A6F1-D22F706F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5400" y="1784880"/>
            <a:ext cx="23400" cy="19116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191160"/>
              <a:gd name="textAreaBottom" fmla="*/ 191880 h 191160"/>
            </a:gdLst>
            <a:rect l="textAreaLeft" t="textAreaTop" r="textAreaRight" b="textAreaBottom"/>
            <a:pathLst>
              <a:path w="19050" h="152400">
                <a:moveTo>
                  <a:pt x="7144" y="7144"/>
                </a:moveTo>
                <a:lnTo>
                  <a:pt x="12764" y="7144"/>
                </a:lnTo>
                <a:lnTo>
                  <a:pt x="12764" y="151257"/>
                </a:lnTo>
                <a:lnTo>
                  <a:pt x="7144" y="15125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2" name="Полилиния: фигура 27">
            <a:extLst xmlns:a="http://schemas.openxmlformats.org/drawingml/2006/main">
              <a:ext uri="{FF2B5EF4-FFF2-40B4-BE49-F238E27FC236}">
                <a16:creationId xmlns:a16="http://schemas.microsoft.com/office/drawing/2014/main" id="{11E8F50A-E6F4-4050-9F71-1FEABBCB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1800" y="1785240"/>
            <a:ext cx="11160" cy="191160"/>
          </a:xfrm>
          <a:custGeom xmlns:a="http://schemas.openxmlformats.org/drawingml/2006/main">
            <a:gdLst>
              <a:gd name="textAreaLeft" fmla="*/ 0 w 11160"/>
              <a:gd name="textAreaRight" fmla="*/ 11880 w 11160"/>
              <a:gd name="textAreaTop" fmla="*/ 0 h 191160"/>
              <a:gd name="textAreaBottom" fmla="*/ 191880 h 191160"/>
            </a:gdLst>
            <a:rect l="textAreaLeft" t="textAreaTop" r="textAreaRight" b="textAreaBottom"/>
            <a:pathLst>
              <a:path w="9525" h="152400">
                <a:moveTo>
                  <a:pt x="10001" y="151162"/>
                </a:moveTo>
                <a:lnTo>
                  <a:pt x="10001" y="7144"/>
                </a:lnTo>
                <a:lnTo>
                  <a:pt x="7144" y="10573"/>
                </a:lnTo>
                <a:cubicBezTo>
                  <a:pt x="8573" y="38862"/>
                  <a:pt x="8477" y="119539"/>
                  <a:pt x="7144" y="147733"/>
                </a:cubicBezTo>
                <a:lnTo>
                  <a:pt x="10001" y="151162"/>
                </a:lnTo>
                <a:close/>
              </a:path>
            </a:pathLst>
          </a:custGeom>
          <a:solidFill xmlns:a="http://schemas.openxmlformats.org/drawingml/2006/main">
            <a:srgbClr val="A0A0A0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3" name="Полилиния: фигура 28">
            <a:extLst xmlns:a="http://schemas.openxmlformats.org/drawingml/2006/main">
              <a:ext uri="{FF2B5EF4-FFF2-40B4-BE49-F238E27FC236}">
                <a16:creationId xmlns:a16="http://schemas.microsoft.com/office/drawing/2014/main" id="{54795D21-A89B-45C0-A74C-CABA8828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600" y="1785240"/>
            <a:ext cx="23400" cy="19116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191160"/>
              <a:gd name="textAreaBottom" fmla="*/ 191880 h 191160"/>
            </a:gdLst>
            <a:rect l="textAreaLeft" t="textAreaTop" r="textAreaRight" b="textAreaBottom"/>
            <a:pathLst>
              <a:path w="19050" h="152400">
                <a:moveTo>
                  <a:pt x="7144" y="7144"/>
                </a:moveTo>
                <a:lnTo>
                  <a:pt x="13240" y="7144"/>
                </a:lnTo>
                <a:lnTo>
                  <a:pt x="13240" y="151257"/>
                </a:lnTo>
                <a:lnTo>
                  <a:pt x="7144" y="15125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4" name="Полилиния: фигура 29">
            <a:extLst xmlns:a="http://schemas.openxmlformats.org/drawingml/2006/main">
              <a:ext uri="{FF2B5EF4-FFF2-40B4-BE49-F238E27FC236}">
                <a16:creationId xmlns:a16="http://schemas.microsoft.com/office/drawing/2014/main" id="{977C82FA-A7AA-445F-B3BB-77117744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320" y="5847840"/>
            <a:ext cx="275040" cy="23400"/>
          </a:xfrm>
          <a:custGeom xmlns:a="http://schemas.openxmlformats.org/drawingml/2006/main">
            <a:gdLst>
              <a:gd name="textAreaLeft" fmla="*/ 0 w 275040"/>
              <a:gd name="textAreaRight" fmla="*/ 275760 w 275040"/>
              <a:gd name="textAreaTop" fmla="*/ 0 h 23400"/>
              <a:gd name="textAreaBottom" fmla="*/ 24120 h 23400"/>
            </a:gdLst>
            <a:rect l="textAreaLeft" t="textAreaTop" r="textAreaRight" b="textAreaBottom"/>
            <a:pathLst>
              <a:path w="219075" h="19050">
                <a:moveTo>
                  <a:pt x="197851" y="7144"/>
                </a:moveTo>
                <a:lnTo>
                  <a:pt x="22782" y="7144"/>
                </a:lnTo>
                <a:cubicBezTo>
                  <a:pt x="19257" y="7144"/>
                  <a:pt x="16114" y="7620"/>
                  <a:pt x="15162" y="8192"/>
                </a:cubicBezTo>
                <a:lnTo>
                  <a:pt x="7446" y="11525"/>
                </a:lnTo>
                <a:cubicBezTo>
                  <a:pt x="6018" y="12478"/>
                  <a:pt x="9828" y="13430"/>
                  <a:pt x="15066" y="13430"/>
                </a:cubicBezTo>
                <a:lnTo>
                  <a:pt x="205662" y="13430"/>
                </a:lnTo>
                <a:cubicBezTo>
                  <a:pt x="210900" y="13430"/>
                  <a:pt x="214710" y="12478"/>
                  <a:pt x="213282" y="11525"/>
                </a:cubicBezTo>
                <a:lnTo>
                  <a:pt x="205566" y="8192"/>
                </a:lnTo>
                <a:cubicBezTo>
                  <a:pt x="204614" y="7525"/>
                  <a:pt x="201471" y="7144"/>
                  <a:pt x="197946" y="7144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0880" rIns="90000" bIns="-20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5" name="Полилиния: фигура 30">
            <a:extLst xmlns:a="http://schemas.openxmlformats.org/drawingml/2006/main">
              <a:ext uri="{FF2B5EF4-FFF2-40B4-BE49-F238E27FC236}">
                <a16:creationId xmlns:a16="http://schemas.microsoft.com/office/drawing/2014/main" id="{0DA17615-5027-4F53-A9C5-D050B082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440" y="1302840"/>
            <a:ext cx="574560" cy="178920"/>
          </a:xfrm>
          <a:custGeom xmlns:a="http://schemas.openxmlformats.org/drawingml/2006/main">
            <a:gdLst>
              <a:gd name="textAreaLeft" fmla="*/ 0 w 574560"/>
              <a:gd name="textAreaRight" fmla="*/ 575280 w 574560"/>
              <a:gd name="textAreaTop" fmla="*/ 0 h 178920"/>
              <a:gd name="textAreaBottom" fmla="*/ 179640 h 178920"/>
            </a:gdLst>
            <a:rect l="textAreaLeft" t="textAreaTop" r="textAreaRight" b="textAreaBottom"/>
            <a:pathLst>
              <a:path w="457200" h="142875">
                <a:moveTo>
                  <a:pt x="390620" y="136970"/>
                </a:moveTo>
                <a:lnTo>
                  <a:pt x="72009" y="136970"/>
                </a:lnTo>
                <a:cubicBezTo>
                  <a:pt x="36195" y="136970"/>
                  <a:pt x="7144" y="107918"/>
                  <a:pt x="7144" y="72009"/>
                </a:cubicBezTo>
                <a:lnTo>
                  <a:pt x="7144" y="72009"/>
                </a:lnTo>
                <a:cubicBezTo>
                  <a:pt x="7144" y="36195"/>
                  <a:pt x="36195" y="7144"/>
                  <a:pt x="72009" y="7144"/>
                </a:cubicBezTo>
                <a:lnTo>
                  <a:pt x="390620" y="7144"/>
                </a:lnTo>
                <a:cubicBezTo>
                  <a:pt x="426434" y="7144"/>
                  <a:pt x="455486" y="36195"/>
                  <a:pt x="455486" y="72009"/>
                </a:cubicBezTo>
                <a:lnTo>
                  <a:pt x="455486" y="72009"/>
                </a:lnTo>
                <a:cubicBezTo>
                  <a:pt x="455486" y="107823"/>
                  <a:pt x="426434" y="136970"/>
                  <a:pt x="390620" y="136970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6" name="Полилиния: фигура 31">
            <a:extLst xmlns:a="http://schemas.openxmlformats.org/drawingml/2006/main">
              <a:ext uri="{FF2B5EF4-FFF2-40B4-BE49-F238E27FC236}">
                <a16:creationId xmlns:a16="http://schemas.microsoft.com/office/drawing/2014/main" id="{4A580D73-9019-48BC-81AB-97D5C0CC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1880" y="1348920"/>
            <a:ext cx="83160" cy="83160"/>
          </a:xfrm>
          <a:custGeom xmlns:a="http://schemas.openxmlformats.org/drawingml/2006/main">
            <a:gdLst>
              <a:gd name="textAreaLeft" fmla="*/ 0 w 83160"/>
              <a:gd name="textAreaRight" fmla="*/ 83880 w 83160"/>
              <a:gd name="textAreaTop" fmla="*/ 0 h 83160"/>
              <a:gd name="textAreaBottom" fmla="*/ 83880 h 83160"/>
            </a:gdLst>
            <a:rect l="textAreaLeft" t="textAreaTop" r="textAreaRight" b="textAreaBottom"/>
            <a:pathLst>
              <a:path w="66675" h="66675">
                <a:moveTo>
                  <a:pt x="63913" y="35528"/>
                </a:moveTo>
                <a:cubicBezTo>
                  <a:pt x="63913" y="51205"/>
                  <a:pt x="51205" y="63913"/>
                  <a:pt x="35528" y="63913"/>
                </a:cubicBezTo>
                <a:cubicBezTo>
                  <a:pt x="19852" y="63913"/>
                  <a:pt x="7144" y="51205"/>
                  <a:pt x="7144" y="35528"/>
                </a:cubicBezTo>
                <a:cubicBezTo>
                  <a:pt x="7144" y="19852"/>
                  <a:pt x="19852" y="7144"/>
                  <a:pt x="35528" y="7144"/>
                </a:cubicBezTo>
                <a:cubicBezTo>
                  <a:pt x="51205" y="7144"/>
                  <a:pt x="63913" y="19852"/>
                  <a:pt x="63913" y="35528"/>
                </a:cubicBezTo>
                <a:close/>
              </a:path>
            </a:pathLst>
          </a:custGeom>
          <a:solidFill xmlns:a="http://schemas.openxmlformats.org/drawingml/2006/main">
            <a:srgbClr val="666666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38880" rIns="90000" bIns="38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7" name="Рисунок 32">
            <a:extLst xmlns:a="http://schemas.openxmlformats.org/drawingml/2006/main">
              <a:ext uri="{FF2B5EF4-FFF2-40B4-BE49-F238E27FC236}">
                <a16:creationId xmlns:a16="http://schemas.microsoft.com/office/drawing/2014/main" id="{BAA3FFF2-B800-466D-8A19-BA91F6A9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2320" y="1359720"/>
            <a:ext cx="71280" cy="59040"/>
          </a:xfrm>
          <a:custGeom xmlns:a="http://schemas.openxmlformats.org/drawingml/2006/main">
            <a:gdLst>
              <a:gd name="textAreaLeft" fmla="*/ 0 w 71280"/>
              <a:gd name="textAreaRight" fmla="*/ 72000 w 71280"/>
              <a:gd name="textAreaTop" fmla="*/ 0 h 59040"/>
              <a:gd name="textAreaBottom" fmla="*/ 59760 h 59040"/>
            </a:gdLst>
            <a:rect l="textAreaLeft" t="textAreaTop" r="textAreaRight" b="textAreaBottom"/>
            <a:pathLst>
              <a:path w="57150" h="47625">
                <a:moveTo>
                  <a:pt x="0" y="0"/>
                </a:moveTo>
                <a:lnTo>
                  <a:pt x="57150" y="0"/>
                </a:lnTo>
                <a:lnTo>
                  <a:pt x="57150" y="57150"/>
                </a:lnTo>
                <a:lnTo>
                  <a:pt x="0" y="57150"/>
                </a:lnTo>
                <a:close/>
              </a:path>
            </a:pathLst>
          </a:custGeom>
          <a:blipFill xmlns:a="http://schemas.openxmlformats.org/drawingml/2006/main" rotWithShape="0">
            <a:blip xmlns:r="http://schemas.openxmlformats.org/officeDocument/2006/relationships" r:embed="R9e22d123eb3c456a"/>
            <a:srcRect l="0" t="0" r="0" b="0"/>
            <a:stretch/>
          </a:blip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4760" rIns="90000" bIns="1476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Полилиния: фигура 33">
            <a:extLst xmlns:a="http://schemas.openxmlformats.org/drawingml/2006/main">
              <a:ext uri="{FF2B5EF4-FFF2-40B4-BE49-F238E27FC236}">
                <a16:creationId xmlns:a16="http://schemas.microsoft.com/office/drawing/2014/main" id="{00ECD8A1-58B9-44CD-B3BB-0DE4CA7E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7000" y="1364040"/>
            <a:ext cx="47160" cy="47160"/>
          </a:xfrm>
          <a:custGeom xmlns:a="http://schemas.openxmlformats.org/drawingml/2006/main">
            <a:gdLst>
              <a:gd name="textAreaLeft" fmla="*/ 0 w 47160"/>
              <a:gd name="textAreaRight" fmla="*/ 47880 w 47160"/>
              <a:gd name="textAreaTop" fmla="*/ 0 h 47160"/>
              <a:gd name="textAreaBottom" fmla="*/ 47880 h 47160"/>
            </a:gdLst>
            <a:rect l="textAreaLeft" t="textAreaTop" r="textAreaRight" b="textAreaBottom"/>
            <a:pathLst>
              <a:path w="38100" h="38100">
                <a:moveTo>
                  <a:pt x="39529" y="23336"/>
                </a:moveTo>
                <a:cubicBezTo>
                  <a:pt x="39529" y="32279"/>
                  <a:pt x="32279" y="39529"/>
                  <a:pt x="23336" y="39529"/>
                </a:cubicBezTo>
                <a:cubicBezTo>
                  <a:pt x="14393" y="39529"/>
                  <a:pt x="7144" y="32279"/>
                  <a:pt x="7144" y="23336"/>
                </a:cubicBezTo>
                <a:cubicBezTo>
                  <a:pt x="7144" y="14393"/>
                  <a:pt x="14393" y="7144"/>
                  <a:pt x="23336" y="7144"/>
                </a:cubicBezTo>
                <a:cubicBezTo>
                  <a:pt x="32279" y="7144"/>
                  <a:pt x="39529" y="14393"/>
                  <a:pt x="39529" y="23336"/>
                </a:cubicBezTo>
                <a:close/>
              </a:path>
            </a:pathLst>
          </a:custGeom>
          <a:solidFill xmlns:a="http://schemas.openxmlformats.org/drawingml/2006/main">
            <a:srgbClr val="0B131C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29" name="Полилиния: фигура 34">
            <a:extLst xmlns:a="http://schemas.openxmlformats.org/drawingml/2006/main">
              <a:ext uri="{FF2B5EF4-FFF2-40B4-BE49-F238E27FC236}">
                <a16:creationId xmlns:a16="http://schemas.microsoft.com/office/drawing/2014/main" id="{63AF4DCC-FFA5-4541-89CE-9686FF97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520" y="1366560"/>
            <a:ext cx="47160" cy="47160"/>
          </a:xfrm>
          <a:custGeom xmlns:a="http://schemas.openxmlformats.org/drawingml/2006/main">
            <a:gdLst>
              <a:gd name="textAreaLeft" fmla="*/ 0 w 47160"/>
              <a:gd name="textAreaRight" fmla="*/ 47880 w 47160"/>
              <a:gd name="textAreaTop" fmla="*/ 0 h 47160"/>
              <a:gd name="textAreaBottom" fmla="*/ 47880 h 47160"/>
            </a:gdLst>
            <a:rect l="textAreaLeft" t="textAreaTop" r="textAreaRight" b="textAreaBottom"/>
            <a:pathLst>
              <a:path w="38100" h="38100">
                <a:moveTo>
                  <a:pt x="35528" y="21336"/>
                </a:moveTo>
                <a:cubicBezTo>
                  <a:pt x="35528" y="29147"/>
                  <a:pt x="29147" y="35528"/>
                  <a:pt x="21336" y="35528"/>
                </a:cubicBezTo>
                <a:cubicBezTo>
                  <a:pt x="13525" y="35528"/>
                  <a:pt x="7144" y="29242"/>
                  <a:pt x="7144" y="21336"/>
                </a:cubicBezTo>
                <a:cubicBezTo>
                  <a:pt x="7144" y="13430"/>
                  <a:pt x="13430" y="7144"/>
                  <a:pt x="21336" y="7144"/>
                </a:cubicBezTo>
                <a:cubicBezTo>
                  <a:pt x="29242" y="7144"/>
                  <a:pt x="35528" y="13430"/>
                  <a:pt x="35528" y="21336"/>
                </a:cubicBez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0" name="Полилиния: фигура 35">
            <a:extLst xmlns:a="http://schemas.openxmlformats.org/drawingml/2006/main">
              <a:ext uri="{FF2B5EF4-FFF2-40B4-BE49-F238E27FC236}">
                <a16:creationId xmlns:a16="http://schemas.microsoft.com/office/drawing/2014/main" id="{7BCEE6C4-8634-4DE3-A679-02EA38D2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520" y="1366560"/>
            <a:ext cx="47160" cy="47160"/>
          </a:xfrm>
          <a:custGeom xmlns:a="http://schemas.openxmlformats.org/drawingml/2006/main">
            <a:gdLst>
              <a:gd name="textAreaLeft" fmla="*/ 0 w 47160"/>
              <a:gd name="textAreaRight" fmla="*/ 47880 w 47160"/>
              <a:gd name="textAreaTop" fmla="*/ 0 h 47160"/>
              <a:gd name="textAreaBottom" fmla="*/ 47880 h 47160"/>
            </a:gdLst>
            <a:rect l="textAreaLeft" t="textAreaTop" r="textAreaRight" b="textAreaBottom"/>
            <a:pathLst>
              <a:path w="38100" h="38100">
                <a:moveTo>
                  <a:pt x="35528" y="21336"/>
                </a:moveTo>
                <a:cubicBezTo>
                  <a:pt x="35528" y="29147"/>
                  <a:pt x="29147" y="35528"/>
                  <a:pt x="21336" y="35528"/>
                </a:cubicBezTo>
                <a:cubicBezTo>
                  <a:pt x="13525" y="35528"/>
                  <a:pt x="7144" y="29242"/>
                  <a:pt x="7144" y="21336"/>
                </a:cubicBezTo>
                <a:cubicBezTo>
                  <a:pt x="7144" y="13430"/>
                  <a:pt x="13430" y="7144"/>
                  <a:pt x="21336" y="7144"/>
                </a:cubicBezTo>
                <a:cubicBezTo>
                  <a:pt x="29242" y="7144"/>
                  <a:pt x="35528" y="13430"/>
                  <a:pt x="35528" y="21336"/>
                </a:cubicBezTo>
                <a:close/>
              </a:path>
            </a:pathLst>
          </a:custGeom>
          <a:solidFill xmlns:a="http://schemas.openxmlformats.org/drawingml/2006/main">
            <a:srgbClr val="231F20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880" rIns="90000" bIns="2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1" name="Полилиния: фигура 36">
            <a:extLst xmlns:a="http://schemas.openxmlformats.org/drawingml/2006/main">
              <a:ext uri="{FF2B5EF4-FFF2-40B4-BE49-F238E27FC236}">
                <a16:creationId xmlns:a16="http://schemas.microsoft.com/office/drawing/2014/main" id="{46E7BCDE-F5CD-429A-96C6-A158FC60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60" y="1387440"/>
            <a:ext cx="23400" cy="23400"/>
          </a:xfrm>
          <a:custGeom xmlns:a="http://schemas.openxmlformats.org/drawingml/2006/main">
            <a:gdLst>
              <a:gd name="textAreaLeft" fmla="*/ 0 w 23400"/>
              <a:gd name="textAreaRight" fmla="*/ 24120 w 23400"/>
              <a:gd name="textAreaTop" fmla="*/ 0 h 23400"/>
              <a:gd name="textAreaBottom" fmla="*/ 24120 h 23400"/>
            </a:gdLst>
            <a:rect l="textAreaLeft" t="textAreaTop" r="textAreaRight" b="textAreaBottom"/>
            <a:pathLst>
              <a:path w="19050" h="19050">
                <a:moveTo>
                  <a:pt x="17240" y="12192"/>
                </a:moveTo>
                <a:cubicBezTo>
                  <a:pt x="17240" y="9430"/>
                  <a:pt x="14954" y="7144"/>
                  <a:pt x="12192" y="7144"/>
                </a:cubicBezTo>
                <a:cubicBezTo>
                  <a:pt x="9430" y="7144"/>
                  <a:pt x="7144" y="9430"/>
                  <a:pt x="7144" y="12192"/>
                </a:cubicBezTo>
                <a:cubicBezTo>
                  <a:pt x="7144" y="14954"/>
                  <a:pt x="9430" y="17240"/>
                  <a:pt x="12192" y="17240"/>
                </a:cubicBezTo>
                <a:cubicBezTo>
                  <a:pt x="14954" y="17240"/>
                  <a:pt x="17240" y="14954"/>
                  <a:pt x="17240" y="12192"/>
                </a:cubicBezTo>
                <a:close/>
              </a:path>
            </a:pathLst>
          </a:custGeom>
          <a:solidFill xmlns:a="http://schemas.openxmlformats.org/drawingml/2006/main">
            <a:srgbClr val="CCCCCC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0880" rIns="90000" bIns="-208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</a:pPr>
            <a:endParaRPr sz="18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D961D99B-C722-488B-81E5-22B7058D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2020680"/>
            <a:ext cx="3812040" cy="128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Фото с камеры или из галереи. Начинаем с вина, которое есть в каталоге.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991B6A11-3FAB-4131-ACE0-5DC11C22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2020680"/>
            <a:ext cx="3812040" cy="128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Показываем карточку; спорный ответ — со свёрнутым «Не оно?» и своим снимком.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38351203-3AAC-49AE-8CE8-C5879111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00" y="4244040"/>
            <a:ext cx="3812040" cy="128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Второй пример: отказ с чтением этикетки и аналоги других виноделен. Показываем фактическое время.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1430B227-CAD3-49EC-8A11-AC8607F4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80" y="4244040"/>
            <a:ext cx="3812040" cy="128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режиме ?debug видны время и уверенность. После поиска переходим к сомелье.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7230791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2478a39363d44bc8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6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6D45753-2A00-4321-85A7-ABE65550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16C6893-5BDE-4CF1-93F0-494A9900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136656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3A545615-8549-4AA3-8F75-FE9CB801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237708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3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439B3CA2-D392-451C-9131-111FD4C7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338760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40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0A8019C2-FE26-4668-9A8C-4FA75C0A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439848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41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0655F042-E170-4548-8859-4665B7E3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540900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42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9697BFC0-F77A-4F36-BC76-AD76AE56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366560"/>
            <a:ext cx="5388840" cy="4833720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4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37C4820-08FA-42BC-8B76-B9F9C0878EA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23880" y="1731960"/>
            <a:ext cx="4733280" cy="413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Публичные снимки организатора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100 фотографий, 97 в оценке. Три со спорной разметкой исключены.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62 кадра с вином каталога, 35 без.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API поиска после VLM, 28.09.2026. F1 с отказом на уровне запросов.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Набор использовался при разработке. Это регрессионная проверка.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RTX 5060 Ti 16 ГБ, локальный API.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95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Зачёт правильного отказа в закрытой оценке требует подтверждения.</a:t>
            </a:r>
          </a:p>
        </p:txBody>
      </p:sp>
      <p:sp>
        <p:nvSpPr>
          <p:cNvPr id="24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53F1ADFF-859E-453C-B856-726C64D3FCD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144540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F1@1 90,3%   ·   F1@5 95,2%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Одна конфигурация, все 97 кадров</a:t>
            </a:r>
          </a:p>
        </p:txBody>
      </p:sp>
      <p:sp>
        <p:nvSpPr>
          <p:cNvPr id="24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AD9CA53-A24B-4A1C-8F1F-D7376642E57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247284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90,3% (56/62)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Точный slug для вина каталога</a:t>
            </a:r>
          </a:p>
        </p:txBody>
      </p:sp>
      <p:sp>
        <p:nvSpPr>
          <p:cNvPr id="24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5376A8C-7FF7-416D-8AE4-7C1A45B819C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348588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91,4% (32/35)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Верный отказ для вина вне каталога</a:t>
            </a:r>
          </a:p>
        </p:txBody>
      </p:sp>
      <p:sp>
        <p:nvSpPr>
          <p:cNvPr id="247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06F25AB-D30C-49B0-AD53-25E5810DDF6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449676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90,7% (88/97)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Верный slug или верный отказ</a:t>
            </a:r>
          </a:p>
        </p:txBody>
      </p:sp>
      <p:sp>
        <p:nvSpPr>
          <p:cNvPr id="248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3612DB6B-DCB2-428E-B0AF-2836D3D8A91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551700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/v1/search: медиана 1,4 с, p95 5,1 с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33 из 97 ответов дольше 3 с</a:t>
            </a:r>
          </a:p>
        </p:txBody>
      </p:sp>
      <p:sp>
        <p:nvSpPr>
          <p:cNvPr id="249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F180758C-3E8E-436F-A337-BAC2C3CA4261}"/>
              </a:ext>
            </a:extLst>
          </p:cNvPr>
          <p:cNvSpPr>
            <a:spLocks xmlns:a="http://schemas.openxmlformats.org/drawingml/2006/main" noGrp="1"/>
          </p:cNvSpPr>
          <p:nvPr>
            <p:ph type="sldNum" idx="68"/>
          </p:nvPr>
        </p:nvSpPr>
        <p:spPr>
          <a:xfrm xmlns:a="http://schemas.openxmlformats.org/drawingml/2006/main">
            <a:off x="11633040" y="6356520"/>
            <a:ext cx="5580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FF86A3D9-0008-4810-A8D6-25181D07778F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10</a:t>
            </a:fld>
          </a:p>
        </p:txBody>
      </p:sp>
      <p:sp>
        <p:nvSpPr>
          <p:cNvPr id="250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F9BB17DA-16E2-40EB-85DA-FC787635F6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3800" y="419040"/>
            <a:ext cx="10382040" cy="38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2100" b="1" spc="-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МЕТРИКИ API</a:t>
            </a:r>
            <a:endParaRPr sz="21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33144248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ae5b1bd084f94c23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5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1D5BA909-AC52-4F1F-B879-306509DA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6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856585-75B8-4B6B-924C-0F95F082DABA}"/>
              </a:ext>
            </a:extLst>
          </p:cNvPr>
          <p:cNvSpPr>
            <a:spLocks xmlns:a="http://schemas.openxmlformats.org/drawingml/2006/main" noGrp="1"/>
          </p:cNvSpPr>
          <p:nvPr>
            <p:ph type="sldNum" idx="70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DCC93029-2DBF-41EA-B3E6-99E72DD4A52D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11</a:t>
            </a:fld>
          </a:p>
        </p:txBody>
      </p:sp>
      <p:pic>
        <p:nvPicPr>
          <p:cNvPr id="279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2552ccb0f49ac"/>
          <a:srcRect xmlns:a="http://schemas.openxmlformats.org/drawingml/2006/main" l="0" t="0" r="0" b="65000"/>
          <a:stretch xmlns:a="http://schemas.openxmlformats.org/drawingml/2006/main"/>
        </p:blipFill>
        <p:spPr>
          <a:xfrm xmlns:a="http://schemas.openxmlformats.org/drawingml/2006/main">
            <a:off x="457200" y="2809875"/>
            <a:ext cx="5381625" cy="14478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pic>
        <p:nvPicPr>
          <p:cNvPr id="280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7d9e8198cd410f"/>
          <a:srcRect xmlns:a="http://schemas.openxmlformats.org/drawingml/2006/main" l="0" t="0" r="0" b="61000"/>
          <a:stretch xmlns:a="http://schemas.openxmlformats.org/drawingml/2006/main"/>
        </p:blipFill>
        <p:spPr>
          <a:xfrm xmlns:a="http://schemas.openxmlformats.org/drawingml/2006/main">
            <a:off x="6334125" y="2590800"/>
            <a:ext cx="5381625" cy="16954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pic>
      <p:sp>
        <p:nvSpPr>
          <p:cNvPr id="269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E10385EC-8652-42ED-A0EC-84D081E0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60" y="1047600"/>
            <a:ext cx="11334240" cy="952200"/>
          </a:xfrm>
          <a:prstGeom xmlns:a="http://schemas.openxmlformats.org/drawingml/2006/main" prst="roundRect">
            <a:avLst>
              <a:gd name="adj" fmla="val 10128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Сомелье объясняет выбор по блюду и вкусу. Аналоги помогают сравнить вина других производителей.</a:t>
            </a:r>
          </a:p>
        </p:txBody>
      </p:sp>
      <p:sp>
        <p:nvSpPr>
          <p:cNvPr id="27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234ED498-77C3-4F91-99F8-B5024BA28C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277488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ПОСЛЕ ПОИСКА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FE051F69-C55B-41F5-A1BF-641B10BA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47875"/>
            <a:ext cx="5381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Сомелье: сыры и полусладкое</a:t>
            </a:r>
          </a:p>
        </p:txBody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07A2A76D-5045-4B64-8D38-351636B2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47875"/>
            <a:ext cx="5381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Аналог другой винодельни</a:t>
            </a:r>
          </a:p>
        </p:txBody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ABAE0D91-8451-4795-980D-B0D629FE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7250"/>
            <a:ext cx="5381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Причина выбора видна сразу: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подходит к сырам и выбранной сладости.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65A8EBFC-B2C1-4739-8B38-D3AF3FAF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5381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Понятно, чем вина похожи: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цвет, сорт винограда и сладость.</a:t>
            </a:r>
          </a:p>
        </p:txBody>
      </p:sp>
    </p:spTree>
    <p:extLst>
      <p:ext uri="{BB962C8B-B14F-4D97-AF65-F5344CB8AC3E}">
        <p14:creationId xmlns:p14="http://schemas.microsoft.com/office/powerpoint/2010/main" val="1101770463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2e463e1709a54dfe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2E45A62F-ED02-4301-8862-2D675F67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3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7E9AA5A6-4263-4418-A872-1206C9A8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136656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4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0CCB6C04-F073-4EF2-8ADB-D06EAE16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237708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5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03BC7A3A-52B2-439C-B476-A0393495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338760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6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FB932DCB-45C6-460A-8569-67382B6C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439848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7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4B94FDC9-6C85-4A0C-8696-A065354C9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880" y="5409000"/>
            <a:ext cx="5904720" cy="790920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8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D95E837-F3B6-4081-8551-4858A3EE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366560"/>
            <a:ext cx="5388840" cy="4833720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7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EAD4641-C538-4522-9EB0-D4A977CF38B7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23880" y="1731960"/>
            <a:ext cx="4733280" cy="4138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1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Шесть ошибок на 62 кадрах с вином каталога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Два кадра «Заката»: нет эталона.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АРАТТИ «Каберне по-белому»: в каталоге две карточки (13% и полусухое 12%), выбрана вторая.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Formula Q и «Поздний сбор»: перепутаны соседи по линейке.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Velvet Season: отказ при существующем ответе.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F936CBA2-BD5E-400B-A9A9-740E5E45B6F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144540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Независимая съёмка 300+ кадров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Согласованный каталог и правило зачёта null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3CCA964-E9E7-4B8E-BF93-FF8F645644A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247284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Сокращение задержки VLM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Проверка качества вместе с p95 и долей &gt; 3 с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53B9F6F-859B-4E46-836F-6D3197F572C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348588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Эталоны и дубли карточек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Закрыть пробелы вместе с платформой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E8DD651-6537-4D0A-899E-09FC9AE9216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449676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Различение соседних вин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Проверить чтение названия и контрэтикетку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4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F58EA1C3-D931-4E9D-9DDC-A9B1C96037BF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172560" y="5517000"/>
            <a:ext cx="5459760" cy="59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Дообучение на новой съёмке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Принимать только подтверждённый прирост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5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19622903-C2C4-45D0-BCD9-DF84496AE27E}"/>
              </a:ext>
            </a:extLst>
          </p:cNvPr>
          <p:cNvSpPr>
            <a:spLocks xmlns:a="http://schemas.openxmlformats.org/drawingml/2006/main" noGrp="1"/>
          </p:cNvSpPr>
          <p:nvPr>
            <p:ph type="sldNum" idx="71"/>
          </p:nvPr>
        </p:nvSpPr>
        <p:spPr>
          <a:xfrm xmlns:a="http://schemas.openxmlformats.org/drawingml/2006/main">
            <a:off x="11633040" y="6356520"/>
            <a:ext cx="55800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BE30EE9E-28BA-4CD5-8575-602BE0446819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12</a:t>
            </a:fld>
          </a:p>
        </p:txBody>
      </p:sp>
      <p:sp>
        <p:nvSpPr>
          <p:cNvPr id="286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6B393F3B-C577-409C-8071-AFB9E291FA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ЧТО ДАЛЬШЕ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6522871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2b708285361b4707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7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50D1B2A-881B-4582-A7D9-7BD9E221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88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AC65A611-EEA4-4342-822A-155DCAEC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600" y="1522080"/>
            <a:ext cx="2671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89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2C19B8BA-2F58-4217-826A-EDC3C238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880" y="1522080"/>
            <a:ext cx="2671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90" name="Скругленный 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C77C609E-AF23-4F0E-9E2B-AB61984E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3160" y="1522080"/>
            <a:ext cx="2671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91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A465AF1D-E446-4524-8C1D-6BBCDA00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1522080"/>
            <a:ext cx="2671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9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A984906-C7B0-42BA-8E52-86286B697EFF}"/>
              </a:ext>
            </a:extLst>
          </p:cNvPr>
          <p:cNvSpPr>
            <a:spLocks xmlns:a="http://schemas.openxmlformats.org/drawingml/2006/main" noGrp="1"/>
          </p:cNvSpPr>
          <p:nvPr>
            <p:ph type="sldNum" idx="72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F6CA6461-AB01-48E3-961D-01685EC2879A}" type="slidenum"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13</a:t>
            </a:fld>
          </a:p>
        </p:txBody>
      </p:sp>
      <p:sp>
        <p:nvSpPr>
          <p:cNvPr id="29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D0F554E-E2BD-4BEE-937F-CD8E2A248D1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20920" y="2339640"/>
            <a:ext cx="228348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729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РАБОЧИЙ СЕРВИС</a:t>
            </a:r>
            <a:endParaRPr sz="1729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EA0C4B8-04A3-4B3F-BE7E-DB63D2C432A7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20920" y="3128760"/>
            <a:ext cx="228348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Фото открывает карточку вина.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API совместим со скриптом оценки.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Docker содержит API и pgvector. Интерфейс запускается отдельно.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5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35B4188-D7EB-4831-8D93-E9672BF8623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3457800" y="2373480"/>
            <a:ext cx="233676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90,3% ПО КАТАЛОГУ</a:t>
            </a:r>
          </a:p>
        </p:txBody>
      </p:sp>
      <p:sp>
        <p:nvSpPr>
          <p:cNvPr id="296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EB516C7-AAB7-4C16-9965-DA345D0E594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3457800" y="3134160"/>
            <a:ext cx="233676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56/62 кадров: точный slug.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32/35 вне каталога: верный отказ.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F1@1 90,3%, F1@5 95,2%.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Публичный набор, регрессионная проверка.</a:t>
            </a:r>
          </a:p>
        </p:txBody>
      </p:sp>
      <p:sp>
        <p:nvSpPr>
          <p:cNvPr id="297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F51F69A9-969B-4564-A9FD-5EAA35EBE53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448320" y="2333520"/>
            <a:ext cx="2285640" cy="666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729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ПОЛЕЗНО ПОСЛЕ ПОИСКА</a:t>
            </a:r>
            <a:endParaRPr sz="1729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8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C138B61A-B37D-41CD-AE70-0BE26FB2D76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456240" y="3136680"/>
            <a:ext cx="226764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Сомелье подбирает вино к блюду.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Аналоги показывают варианты других виноделен.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Каждая рекомендация ведёт в карточку каталога.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33644FEF-439B-4222-8573-412C22360D1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9407520" y="2339640"/>
            <a:ext cx="226296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729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СЛЕДУЮЩИЙ ЭТАП</a:t>
            </a:r>
            <a:endParaRPr sz="1729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0" name="PlaceHolder 9">
            <a:extLst xmlns:a="http://schemas.openxmlformats.org/drawingml/2006/main">
              <a:ext uri="{FF2B5EF4-FFF2-40B4-BE49-F238E27FC236}">
                <a16:creationId xmlns:a16="http://schemas.microsoft.com/office/drawing/2014/main" id="{CFBADC23-960E-40AF-A0F2-868CAF0E7C3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9407520" y="3128760"/>
            <a:ext cx="226296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Закрытая проверка на новых снимках.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Снижение задержки спорных запросов.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Уточнение эталонов и дублей вместе с платформой.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1" name="PlaceHolder 10">
            <a:extLst xmlns:a="http://schemas.openxmlformats.org/drawingml/2006/main">
              <a:ext uri="{FF2B5EF4-FFF2-40B4-BE49-F238E27FC236}">
                <a16:creationId xmlns:a16="http://schemas.microsoft.com/office/drawing/2014/main" id="{9CD88DCB-2055-4CB3-9F76-C2C978A232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  <a:cs typeface="Montserrat"/>
              </a:rPr>
              <a:t>ВЫВОДЫ</a:t>
            </a:r>
            <a:endParaRPr sz="20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2" name="PlaceHolder 11">
            <a:extLst xmlns:a="http://schemas.openxmlformats.org/drawingml/2006/main">
              <a:ext uri="{FF2B5EF4-FFF2-40B4-BE49-F238E27FC236}">
                <a16:creationId xmlns:a16="http://schemas.microsoft.com/office/drawing/2014/main" id="{A952BBB1-BC89-4D6C-890E-7E6E8798EA3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20920" y="1772280"/>
            <a:ext cx="77040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3" name="PlaceHolder 12">
            <a:extLst xmlns:a="http://schemas.openxmlformats.org/drawingml/2006/main">
              <a:ext uri="{FF2B5EF4-FFF2-40B4-BE49-F238E27FC236}">
                <a16:creationId xmlns:a16="http://schemas.microsoft.com/office/drawing/2014/main" id="{E58DC2CA-14B9-4B61-8037-2A59BF5FBC1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3449880" y="1766160"/>
            <a:ext cx="7704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4" name="PlaceHolder 13">
            <a:extLst xmlns:a="http://schemas.openxmlformats.org/drawingml/2006/main">
              <a:ext uri="{FF2B5EF4-FFF2-40B4-BE49-F238E27FC236}">
                <a16:creationId xmlns:a16="http://schemas.microsoft.com/office/drawing/2014/main" id="{5AB4BE26-6E1D-4E15-BB49-A3F9A41A956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456240" y="1766160"/>
            <a:ext cx="7704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5" name="PlaceHolder 14">
            <a:extLst xmlns:a="http://schemas.openxmlformats.org/drawingml/2006/main">
              <a:ext uri="{FF2B5EF4-FFF2-40B4-BE49-F238E27FC236}">
                <a16:creationId xmlns:a16="http://schemas.microsoft.com/office/drawing/2014/main" id="{AA5F5AB2-3E38-4121-BAC7-66BE726188A5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9407520" y="1772280"/>
            <a:ext cx="77040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04</a:t>
            </a:r>
            <a:endParaRPr sz="28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85137073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66972c20139b439d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6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C16D037D-A95C-4572-98C5-8FDDD460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360" y="1522080"/>
            <a:ext cx="339876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07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3B78BB46-A4FA-4EE0-9A0F-7659B351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04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08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9D6118A-E32E-41FD-9AFB-B2B9C106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0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1EC5E7E-F628-4375-AA37-15F43DA7D0B6}"/>
              </a:ext>
            </a:extLst>
          </p:cNvPr>
          <p:cNvSpPr>
            <a:spLocks xmlns:a="http://schemas.openxmlformats.org/drawingml/2006/main" noGrp="1"/>
          </p:cNvSpPr>
          <p:nvPr>
            <p:ph type="sldNum" idx="73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D7F17C2F-4B61-496E-B2B3-D872C744A110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8</a:t>
            </a:fld>
          </a:p>
        </p:txBody>
      </p:sp>
      <p:sp>
        <p:nvSpPr>
          <p:cNvPr id="31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55332B1-E26E-4FDA-9C55-C876F36EB07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2493000"/>
            <a:ext cx="296496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ТОЛЬКО SIGLIP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6A543F5-A95F-4404-BF84-059A8C6B562B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3128760"/>
            <a:ext cx="296496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SigLIP 2 оценивает визуальное сходство и хуже различает мелкие отличия этикеток.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63,5% top-1 на синтетических почти-дублях.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Диагностика на синтетике.</a:t>
            </a:r>
          </a:p>
        </p:txBody>
      </p:sp>
      <p:sp>
        <p:nvSpPr>
          <p:cNvPr id="31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E50419A7-54C5-40CF-81DB-F88375EBDAA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2493000"/>
            <a:ext cx="303408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ГЕОМЕТРИЯ + ПОРОГ</a:t>
            </a:r>
            <a:endParaRPr sz="1729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A8203239-F033-4A43-95C0-4C507B0DC63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3128760"/>
            <a:ext cx="303408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Геометрия проверяет совпадение деталей. На прежнем индексе она давала 96,8%.</a:t>
            </a:r>
          </a:p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Текущий конвейер: 91,0% при отрыве 0,25 и 84,1% при 0,50. Порог выбран по съёмке у полки.</a:t>
            </a:r>
          </a:p>
        </p:txBody>
      </p:sp>
      <p:sp>
        <p:nvSpPr>
          <p:cNvPr id="314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E48FF4E1-2C25-4017-9311-CF8211D3941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2493000"/>
            <a:ext cx="29448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ЦЕНА ГЛУБИНЫ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5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806CEF4D-DBEE-49CB-8617-68FD6144999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3128760"/>
            <a:ext cx="294480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Топ-100 вместо топ-20 увеличил стоимость примерно в 4 раза при приросте 1,0 п.п.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Второй вид кадра поднял recall@20 с 91,2% до 96,8%.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6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6B3EA1F-88FC-44D8-91A4-A662754ABB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335520"/>
            <a:ext cx="113306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ПОЧЕМУ ДВЕ СТУПЕНИ</a:t>
            </a:r>
            <a:endParaRPr sz="21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7" name="PlaceHolder 9">
            <a:extLst xmlns:a="http://schemas.openxmlformats.org/drawingml/2006/main">
              <a:ext uri="{FF2B5EF4-FFF2-40B4-BE49-F238E27FC236}">
                <a16:creationId xmlns:a16="http://schemas.microsoft.com/office/drawing/2014/main" id="{10D71E1E-0E59-43F1-898F-775C20A3A35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63,5%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8" name="PlaceHolder 10">
            <a:extLst xmlns:a="http://schemas.openxmlformats.org/drawingml/2006/main">
              <a:ext uri="{FF2B5EF4-FFF2-40B4-BE49-F238E27FC236}">
                <a16:creationId xmlns:a16="http://schemas.microsoft.com/office/drawing/2014/main" id="{42DB0D55-844D-4155-A427-314A307F0B8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1520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84,1%</a:t>
            </a:r>
            <a:endParaRPr sz="3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9" name="PlaceHolder 11">
            <a:extLst xmlns:a="http://schemas.openxmlformats.org/drawingml/2006/main">
              <a:ext uri="{FF2B5EF4-FFF2-40B4-BE49-F238E27FC236}">
                <a16:creationId xmlns:a16="http://schemas.microsoft.com/office/drawing/2014/main" id="{25766642-340A-478C-BDA5-A80503D40D0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×4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3373640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955fdef66eae403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1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997B4600-7A15-46E8-8D2A-CE9B971D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360" y="1522080"/>
            <a:ext cx="339876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2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58581570-DDE8-420C-9E4A-DE4C0BED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04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3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6A0CEDD-2E94-4E04-8AB7-DD4EC9CB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ACEC5C3-D691-4F10-A188-D062AC5CC0C0}"/>
              </a:ext>
            </a:extLst>
          </p:cNvPr>
          <p:cNvSpPr>
            <a:spLocks xmlns:a="http://schemas.openxmlformats.org/drawingml/2006/main" noGrp="1"/>
          </p:cNvSpPr>
          <p:nvPr>
            <p:ph type="sldNum" idx="69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5C1194AD-AF1A-49DD-9963-7BCF91ABB76B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14</a:t>
            </a:fld>
          </a:p>
        </p:txBody>
      </p:sp>
      <p:sp>
        <p:nvSpPr>
          <p:cNvPr id="25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86A4E37-8C88-4CF4-B0E6-E8FA13F53E2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2493000"/>
            <a:ext cx="296496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У ОРГАНИЗАТОРА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28104706-E0C5-46DF-BD26-338B18950497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3128760"/>
            <a:ext cx="296496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публичной выборке 35 из 97 кадров содержат вино вне выгрузки. Сервис возвращает null, когда не может подтвердить совпадение.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77CBDBAB-009A-497F-8B25-3EBBCADF74C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2493000"/>
            <a:ext cx="303408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ТОЛЬКО ДАТАСЕТ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3F9784E-7710-42F0-AED9-E6545F18066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3128760"/>
            <a:ext cx="303408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 12 из 2103 позиций отсутствует эталон. Индекс использует только фотографии датасета кейса. Для этих позиций нужны данные платформы.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0B3F26B8-6EF7-403A-BA7E-81132404C64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2493000"/>
            <a:ext cx="29448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ПРАВИЛЬНЫЕ ОТКАЗЫ</a:t>
            </a:r>
            <a:endParaRPr sz="1729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CFA69870-FBAA-4448-A569-A6824BB165FF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3128760"/>
            <a:ext cx="294480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 трёх случаях сервис показал карточку другого вина. На закрытой проверке правило зачёта null нужно согласовать с организатором.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058DF88-DC00-454D-98DB-451586CDBA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335520"/>
            <a:ext cx="113306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ВИНА ВНЕ КАТАЛОГА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PlaceHolder 9">
            <a:extLst xmlns:a="http://schemas.openxmlformats.org/drawingml/2006/main">
              <a:ext uri="{FF2B5EF4-FFF2-40B4-BE49-F238E27FC236}">
                <a16:creationId xmlns:a16="http://schemas.microsoft.com/office/drawing/2014/main" id="{849C48AB-5106-4D4D-9822-A0F19E2675C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35/97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PlaceHolder 10">
            <a:extLst xmlns:a="http://schemas.openxmlformats.org/drawingml/2006/main">
              <a:ext uri="{FF2B5EF4-FFF2-40B4-BE49-F238E27FC236}">
                <a16:creationId xmlns:a16="http://schemas.microsoft.com/office/drawing/2014/main" id="{F8256EF1-B086-4FED-905B-DC593A37C59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1520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12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PlaceHolder 11">
            <a:extLst xmlns:a="http://schemas.openxmlformats.org/drawingml/2006/main">
              <a:ext uri="{FF2B5EF4-FFF2-40B4-BE49-F238E27FC236}">
                <a16:creationId xmlns:a16="http://schemas.microsoft.com/office/drawing/2014/main" id="{E4ECB69B-9C26-4AD8-9289-9B4E89F2C19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3880" y="1772280"/>
            <a:ext cx="247608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32/35</a:t>
            </a:r>
            <a:endParaRPr sz="3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12456777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0ea3047434514b11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0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F5556E3-5017-4655-9544-39C8F83B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2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ED799BA-BFD7-46D3-9B04-17B10004F8D3}"/>
              </a:ext>
            </a:extLst>
          </p:cNvPr>
          <p:cNvSpPr>
            <a:spLocks xmlns:a="http://schemas.openxmlformats.org/drawingml/2006/main" noGrp="1"/>
          </p:cNvSpPr>
          <p:nvPr>
            <p:ph type="sldNum" idx="74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A8AFAC93-BA39-4C32-B640-CAA57B58A638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15</a:t>
            </a:fld>
          </a:p>
        </p:txBody>
      </p:sp>
      <p:sp>
        <p:nvSpPr>
          <p:cNvPr id="322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0D75A289-6430-458B-9304-15A1F5E5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400" y="1343160"/>
            <a:ext cx="47894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Детекция бутылки: +14,8 п.п.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F4BAD0C-1C05-413C-A05E-098B33CD72C5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755400" y="1722960"/>
            <a:ext cx="4789440" cy="64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4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Набор hard, только косинус: 58,3% → 73,0%. Без кропа вектор описывает полку.</a:t>
            </a:r>
            <a:endParaRPr sz="15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4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7CDA8B94-ED50-4C4C-93AF-E6E0B185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400" y="2611800"/>
            <a:ext cx="47894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Геометрическая проверка: +13,5 п.п.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8B2BCFC7-0D65-4F7F-A7F7-8EBAD9671D6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755400" y="2991240"/>
            <a:ext cx="4789440" cy="64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4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Набор sharp, одновидовой индекс: 74,0% → 87,5%. SIFT и гомография переупорядочивают топ-20.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6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20A88B7-6610-452E-B3DB-959AF956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400" y="3880440"/>
            <a:ext cx="47894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8A83D1"/>
                </a:solidFill>
                <a:latin typeface="Montserrat"/>
                <a:ea typeface="Montserrat"/>
                <a:cs typeface="Montserrat"/>
              </a:rPr>
              <a:t>Второй вид кадра: +2,8 п.п.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7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7FD46473-4B74-4182-85BF-0B89762785B6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755400" y="4259880"/>
            <a:ext cx="4789440" cy="64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4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Позиция описана двумя векторами: 87,5% → 90,3%, recall@20 91,2% → 96,8%.</a:t>
            </a:r>
            <a:endParaRPr sz="14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B24D98D-24A0-44DA-ACFA-1D07F011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400" y="5149080"/>
            <a:ext cx="4789440" cy="10209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defTabSz="578880">
              <a:lnSpc>
                <a:spcPct val="90000"/>
              </a:lnSpc>
              <a:spcBef>
                <a:spcPts val="632"/>
              </a:spcBef>
              <a:buNone/>
            </a:pPr>
            <a:r>
              <a:rPr sz="1800" b="1" spc="-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Текст на этикетке: +0,8 п.п.</a:t>
            </a:r>
            <a:endParaRPr sz="1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E77FFF7A-6F6C-465E-B5BC-3CE74937DF6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755400" y="5528520"/>
            <a:ext cx="4789440" cy="64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Близкая группа: 61/400 запросов. Лидер изменился в 5/400: четыре исправления, одна новая ошибка. Набор sharp, синтетика.</a:t>
            </a:r>
          </a:p>
        </p:txBody>
      </p:sp>
      <p:sp>
        <p:nvSpPr>
          <p:cNvPr id="33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9C12F47B-C8E2-4D03-ABB7-39CA1BD39C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2100" b="1" spc="-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ВКЛАД ЭТАПОВ</a:t>
            </a:r>
            <a:endParaRPr sz="21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343" name="Chart"/>
          <p:cNvGraphicFramePr/>
          <p:nvPr/>
        </p:nvGraphicFramePr>
        <p:xfrm>
          <a:off xmlns:a="http://schemas.openxmlformats.org/drawingml/2006/main" x="345948" y="1424559"/>
          <a:ext xmlns:a="http://schemas.openxmlformats.org/drawingml/2006/main" cx="5749576" cy="4401407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0811babea54b1d"/>
          </a:graphicData>
        </a:graphic>
      </p:graphicFrame>
    </p:spTree>
    <p:extLst>
      <p:ext uri="{BB962C8B-B14F-4D97-AF65-F5344CB8AC3E}">
        <p14:creationId xmlns:p14="http://schemas.microsoft.com/office/powerpoint/2010/main" val="684984487"/>
      </p:ext>
    </p:extLst>
  </p:cSld>
</p:sld>
</file>

<file path=ppt/slides/slide15.xml><?xml version="1.0" encoding="utf-8"?>
<p:sld xmlns:p="http://schemas.openxmlformats.org/presentationml/2006/main" showMasterSp="0">
  <p:cSld>
    <p:bg>
      <p:bgPr>
        <a:blipFill xmlns:a="http://schemas.openxmlformats.org/drawingml/2006/main" rotWithShape="0">
          <a:blip xmlns:r="http://schemas.openxmlformats.org/officeDocument/2006/relationships" r:embed="R0e3d272f7ed54097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2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32CBF981-C3F2-4249-87AF-50168EC2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680" y="4747320"/>
            <a:ext cx="5569920" cy="1666080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3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4467A041-9F2C-49B0-B741-4F6D08DE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680" y="2832480"/>
            <a:ext cx="5569920" cy="1666080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4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5E2167F8-6BFC-47E9-88AE-14D4CA92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680" y="917640"/>
            <a:ext cx="5569920" cy="1666080"/>
          </a:xfrm>
          <a:prstGeom xmlns:a="http://schemas.openxmlformats.org/drawingml/2006/main" prst="roundRect">
            <a:avLst>
              <a:gd name="adj" fmla="val 877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5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BA45ECD4-D8DD-45BB-B20C-2C7492FF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00" y="329040"/>
            <a:ext cx="3748680" cy="62136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6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33CACA-41B5-41AF-AB60-370EF10D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600" y="1049760"/>
            <a:ext cx="4789440" cy="59724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tabLst>
                <a:tab pos="0" algn="l"/>
              </a:tabLst>
            </a:pPr>
            <a:r>
              <a:rPr sz="187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До VLM-арбитража</a:t>
            </a:r>
            <a:endParaRPr sz="187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CDDED7A-8197-4ABF-A951-5BFA38B9FC7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591600" y="1649880"/>
            <a:ext cx="4789440" cy="779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Исторический базовый поиск до VLM. На части test: F1@1 86,7%, F1@5 90,0%. Текущий API показан отдельно.</a:t>
            </a:r>
          </a:p>
        </p:txBody>
      </p:sp>
      <p:sp>
        <p:nvSpPr>
          <p:cNvPr id="338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FEDA0744-C7BD-44DD-8CA5-740520BA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600" y="2915640"/>
            <a:ext cx="4789440" cy="56268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Регрессионная часть test</a:t>
            </a:r>
          </a:p>
        </p:txBody>
      </p:sp>
      <p:sp>
        <p:nvSpPr>
          <p:cNvPr id="339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438EC60-51DF-44CF-9BDF-99E4E30C36BF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591600" y="3515760"/>
            <a:ext cx="4789440" cy="86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0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43 кадра организатора: 29 с вином каталога, 14 без. Эта часть уже участвовала в разборе ошибок и не является независимой проверкой.</a:t>
            </a:r>
            <a:endParaRPr sz="15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351D2A2-DC65-4992-8F93-F7D6026B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600" y="4871880"/>
            <a:ext cx="4789440" cy="59724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tabLst>
                <a:tab pos="0" algn="l"/>
              </a:tabLst>
            </a:pPr>
            <a:r>
              <a:rPr sz="187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Метрики разных наборов</a:t>
            </a:r>
            <a:endParaRPr sz="187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D47B6EA-922B-4F0D-BB96-7B9AA20DB16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6591600" y="5471640"/>
            <a:ext cx="4789440" cy="847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43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Синтетика: top-k на 400 запросах, F1 на 214 отложенных положительных. Съёмка: часть test. При сравнении учитываем разные наборы.</a:t>
            </a:r>
            <a:endParaRPr sz="143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5F56C4B-2114-4208-A7E5-149917B2F5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0280" y="420480"/>
            <a:ext cx="3565800" cy="37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2020" b="1" spc="-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БАЗОВЫЙ КОНВЕЙЕР</a:t>
            </a:r>
            <a:endParaRPr sz="202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192A76BA-C2EB-4AA3-B533-D8ECB1E1C1BF}"/>
              </a:ext>
            </a:extLst>
          </p:cNvPr>
          <p:cNvSpPr>
            <a:spLocks xmlns:a="http://schemas.openxmlformats.org/drawingml/2006/main" noGrp="1"/>
          </p:cNvSpPr>
          <p:nvPr>
            <p:ph type="sldNum" idx="75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buNone/>
            </a:pPr>
            <a:endParaRPr sz="1200" b="0" spc="-1">
              <a:solidFill>
                <a:schemeClr val="lt1">
                  <a:lumMod val="95000"/>
                </a:schemeClr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064769DE-D168-4042-AF8C-77587520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400" y="6419880"/>
            <a:ext cx="437760" cy="23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wrap="square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C30A06D1-35C6-4CF1-904E-0309DDC7009C}" type="slidenum">
              <a:rPr sz="1125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16</a:t>
            </a:fld>
          </a:p>
        </p:txBody>
      </p:sp>
      <p:graphicFrame>
        <p:nvGraphicFramePr>
          <p:cNvPr id="360" name="Chart"/>
          <p:cNvGraphicFramePr/>
          <p:nvPr/>
        </p:nvGraphicFramePr>
        <p:xfrm>
          <a:off xmlns:a="http://schemas.openxmlformats.org/drawingml/2006/main" x="345948" y="1424559"/>
          <a:ext xmlns:a="http://schemas.openxmlformats.org/drawingml/2006/main" cx="5749576" cy="4401407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fb6da844bc40f0"/>
          </a:graphicData>
        </a:graphic>
      </p:graphicFrame>
    </p:spTree>
    <p:extLst>
      <p:ext uri="{BB962C8B-B14F-4D97-AF65-F5344CB8AC3E}">
        <p14:creationId xmlns:p14="http://schemas.microsoft.com/office/powerpoint/2010/main" val="47074854"/>
      </p:ext>
    </p:extLst>
  </p:cSld>
</p:sld>
</file>

<file path=ppt/slides/slide16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a6e9b38e002f4b75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6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A8005458-9D4F-4994-9FF4-BA7F1E93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20" y="3008160"/>
            <a:ext cx="3727800" cy="3656160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47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6F316247-6D44-41A2-8B42-DC17D17E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200" y="3008160"/>
            <a:ext cx="3727800" cy="3656160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48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5D402F50-1FF9-47AD-8C54-8AA511DB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280" y="3008160"/>
            <a:ext cx="3727800" cy="3656160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49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5AC10979-0044-4800-8C6D-F18A85F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60" y="324720"/>
            <a:ext cx="3111120" cy="620280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50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193570F-974F-43F9-92A4-55A766C8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40" y="1366560"/>
            <a:ext cx="1503720" cy="1400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solidFill>
              <a:srgbClr val="FF00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51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DCC3D05F-31CD-486A-8E3B-D4969313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160" y="1366560"/>
            <a:ext cx="1503720" cy="1400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solidFill>
              <a:srgbClr val="FF00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5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0684387-BA05-49A5-8BCD-9176E7860F0B}"/>
              </a:ext>
            </a:extLst>
          </p:cNvPr>
          <p:cNvSpPr>
            <a:spLocks xmlns:a="http://schemas.openxmlformats.org/drawingml/2006/main" noGrp="1"/>
          </p:cNvSpPr>
          <p:nvPr>
            <p:ph type="sldNum" idx="76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D2AE1B05-A8E3-40EE-8ADE-B5E71B3B9D3E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17</a:t>
            </a:fld>
          </a:p>
        </p:txBody>
      </p:sp>
      <p:sp>
        <p:nvSpPr>
          <p:cNvPr id="35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38A1D68-6086-4382-833B-1099949C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20" y="3286800"/>
            <a:ext cx="3263400" cy="23745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РАНЖИРОВАНИЕ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Проверены DINOv2, LightGlue, обучаемый ранжировщик и перестановка пятёрки по VLM.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Улучшение отдельной метрики не всегда сохраняло верные ответы на других кадрах.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6935D7EE-2547-42AA-B962-F9407C44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840" y="3264480"/>
            <a:ext cx="3263400" cy="23745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ПРЕДОБРАБОТКА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Проверены развёртка этикетки, цвет, зоны текста и увеличение масштаба.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Изменения принимались по парному сравнению ответов на одинаковых кадрах.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AED15E6A-67CB-4ABC-9A5F-06BE0D4C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920" y="3277440"/>
            <a:ext cx="3263400" cy="237456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ВОСПРОИЗВОДИМОСТЬ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Код экспериментов и отчёты находятся в репозитории.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История результатов: docs/metrics.md.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8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Независимая проверка остаётся отдельным следующим шагом.</a:t>
            </a:r>
            <a:endParaRPr sz="158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04" name="Google Shape;2799;p94"/>
          <p:cNvCxnSpPr/>
          <p:nvPr/>
        </p:nvCxnSpPr>
        <p:spPr>
          <a:xfrm xmlns:a="http://schemas.openxmlformats.org/drawingml/2006/main" flipV="1">
            <a:off x="3041640" y="2120760"/>
            <a:ext cx="2289600" cy="1224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  <p:sp>
        <p:nvSpPr>
          <p:cNvPr id="357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DCB335CA-0E6B-4A0A-8ACE-03BAEA9C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000" y="1753200"/>
            <a:ext cx="737640" cy="687240"/>
          </a:xfrm>
          <a:custGeom xmlns:a="http://schemas.openxmlformats.org/drawingml/2006/main">
            <a:gdLst>
              <a:gd name="textAreaLeft" fmla="*/ 0 w 737640"/>
              <a:gd name="textAreaRight" fmla="*/ 738360 w 737640"/>
              <a:gd name="textAreaTop" fmla="*/ 0 h 687240"/>
              <a:gd name="textAreaBottom" fmla="*/ 687960 h 687240"/>
            </a:gdLst>
            <a:rect l="textAreaLeft" t="textAreaTop" r="textAreaRight" b="textAreaBottom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58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391C58-FE44-4DB7-A503-3F166C8C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680" y="1888560"/>
            <a:ext cx="310320" cy="243360"/>
          </a:xfrm>
          <a:custGeom xmlns:a="http://schemas.openxmlformats.org/drawingml/2006/main">
            <a:gdLst>
              <a:gd name="textAreaLeft" fmla="*/ 0 w 310320"/>
              <a:gd name="textAreaRight" fmla="*/ 311040 w 310320"/>
              <a:gd name="textAreaTop" fmla="*/ 0 h 243360"/>
              <a:gd name="textAreaBottom" fmla="*/ 244080 h 243360"/>
            </a:gdLst>
            <a:rect l="textAreaLeft" t="textAreaTop" r="textAreaRight" b="textAreaBottom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59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79DBC5F0-A5A3-453F-89C9-F25D67B5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1560" y="1938600"/>
            <a:ext cx="20160" cy="29520"/>
          </a:xfrm>
          <a:custGeom xmlns:a="http://schemas.openxmlformats.org/drawingml/2006/main">
            <a:gdLst>
              <a:gd name="textAreaLeft" fmla="*/ 0 w 20160"/>
              <a:gd name="textAreaRight" fmla="*/ 20880 w 20160"/>
              <a:gd name="textAreaTop" fmla="*/ 0 h 29520"/>
              <a:gd name="textAreaBottom" fmla="*/ 30240 h 29520"/>
            </a:gdLst>
            <a:rect l="textAreaLeft" t="textAreaTop" r="textAreaRight" b="textAreaBottom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5120" rIns="90000" bIns="151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0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3FB548FC-6E2E-4D4D-A403-B1826938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760" y="1908360"/>
            <a:ext cx="21960" cy="29520"/>
          </a:xfrm>
          <a:custGeom xmlns:a="http://schemas.openxmlformats.org/drawingml/2006/main">
            <a:gdLst>
              <a:gd name="textAreaLeft" fmla="*/ 0 w 21960"/>
              <a:gd name="textAreaRight" fmla="*/ 22680 w 21960"/>
              <a:gd name="textAreaTop" fmla="*/ 0 h 29520"/>
              <a:gd name="textAreaBottom" fmla="*/ 30240 h 29520"/>
            </a:gdLst>
            <a:rect l="textAreaLeft" t="textAreaTop" r="textAreaRight" b="textAreaBottom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5120" rIns="90000" bIns="151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1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EE2FB2AE-0D47-44A2-8FD1-57782E6D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8200" y="1843200"/>
            <a:ext cx="21960" cy="29520"/>
          </a:xfrm>
          <a:custGeom xmlns:a="http://schemas.openxmlformats.org/drawingml/2006/main">
            <a:gdLst>
              <a:gd name="textAreaLeft" fmla="*/ 0 w 21960"/>
              <a:gd name="textAreaRight" fmla="*/ 22680 w 21960"/>
              <a:gd name="textAreaTop" fmla="*/ 0 h 29520"/>
              <a:gd name="textAreaBottom" fmla="*/ 30240 h 29520"/>
            </a:gdLst>
            <a:rect l="textAreaLeft" t="textAreaTop" r="textAreaRight" b="textAreaBottom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5120" rIns="90000" bIns="151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2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BC78D6E7-9799-47DD-BA7C-0038B022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680" y="1811520"/>
            <a:ext cx="58320" cy="20520"/>
          </a:xfrm>
          <a:custGeom xmlns:a="http://schemas.openxmlformats.org/drawingml/2006/main">
            <a:gdLst>
              <a:gd name="textAreaLeft" fmla="*/ 0 w 58320"/>
              <a:gd name="textAreaRight" fmla="*/ 59040 w 5832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3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D690AC2D-A71D-457A-9C2A-1582CE16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680" y="1852200"/>
            <a:ext cx="101880" cy="22320"/>
          </a:xfrm>
          <a:custGeom xmlns:a="http://schemas.openxmlformats.org/drawingml/2006/main">
            <a:gdLst>
              <a:gd name="textAreaLeft" fmla="*/ 0 w 101880"/>
              <a:gd name="textAreaRight" fmla="*/ 102600 w 10188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4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7B336690-FA0A-4601-9ADC-40E48DE9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600" y="1846800"/>
            <a:ext cx="66960" cy="115560"/>
          </a:xfrm>
          <a:custGeom xmlns:a="http://schemas.openxmlformats.org/drawingml/2006/main">
            <a:gdLst>
              <a:gd name="textAreaLeft" fmla="*/ 0 w 66960"/>
              <a:gd name="textAreaRight" fmla="*/ 67680 w 66960"/>
              <a:gd name="textAreaTop" fmla="*/ 0 h 115560"/>
              <a:gd name="textAreaBottom" fmla="*/ 116280 h 115560"/>
            </a:gdLst>
            <a:rect l="textAreaLeft" t="textAreaTop" r="textAreaRight" b="textAreaBottom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57960" rIns="90000" bIns="5796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5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FFCD32AC-CFF2-462E-A888-D58F1470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360" y="1811520"/>
            <a:ext cx="181800" cy="184680"/>
          </a:xfrm>
          <a:custGeom xmlns:a="http://schemas.openxmlformats.org/drawingml/2006/main">
            <a:gdLst>
              <a:gd name="textAreaLeft" fmla="*/ 0 w 181800"/>
              <a:gd name="textAreaRight" fmla="*/ 182520 w 181800"/>
              <a:gd name="textAreaTop" fmla="*/ 0 h 184680"/>
              <a:gd name="textAreaBottom" fmla="*/ 185400 h 184680"/>
            </a:gdLst>
            <a:rect l="textAreaLeft" t="textAreaTop" r="textAreaRight" b="textAreaBottom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6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DC455DC8-F2AD-401F-892F-9D0FE628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20" y="2023200"/>
            <a:ext cx="98280" cy="22320"/>
          </a:xfrm>
          <a:custGeom xmlns:a="http://schemas.openxmlformats.org/drawingml/2006/main">
            <a:gdLst>
              <a:gd name="textAreaLeft" fmla="*/ 0 w 98280"/>
              <a:gd name="textAreaRight" fmla="*/ 99000 w 9828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7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76A9569E-E7B6-4C04-BBE9-51BEB829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280" y="2067120"/>
            <a:ext cx="55080" cy="20520"/>
          </a:xfrm>
          <a:custGeom xmlns:a="http://schemas.openxmlformats.org/drawingml/2006/main">
            <a:gdLst>
              <a:gd name="textAreaLeft" fmla="*/ 0 w 55080"/>
              <a:gd name="textAreaRight" fmla="*/ 55800 w 5508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8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0138C835-12E6-4DFD-AB3F-5571C3CD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20" y="2067120"/>
            <a:ext cx="61920" cy="20520"/>
          </a:xfrm>
          <a:custGeom xmlns:a="http://schemas.openxmlformats.org/drawingml/2006/main">
            <a:gdLst>
              <a:gd name="textAreaLeft" fmla="*/ 0 w 61920"/>
              <a:gd name="textAreaRight" fmla="*/ 62640 w 6192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9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E9B83F50-2C3F-4CA0-A472-43BCC7F7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3840" y="2067120"/>
            <a:ext cx="41040" cy="20520"/>
          </a:xfrm>
          <a:custGeom xmlns:a="http://schemas.openxmlformats.org/drawingml/2006/main">
            <a:gdLst>
              <a:gd name="textAreaLeft" fmla="*/ 0 w 41040"/>
              <a:gd name="textAreaRight" fmla="*/ 41760 w 4104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0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5CE410EC-A16C-4461-AAB8-68753BB5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20" y="2109600"/>
            <a:ext cx="186840" cy="22320"/>
          </a:xfrm>
          <a:custGeom xmlns:a="http://schemas.openxmlformats.org/drawingml/2006/main">
            <a:gdLst>
              <a:gd name="textAreaLeft" fmla="*/ 0 w 186840"/>
              <a:gd name="textAreaRight" fmla="*/ 187560 w 18684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1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B6FA8D1C-E494-4623-A256-7B8A7968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0720" y="1913760"/>
            <a:ext cx="37440" cy="28080"/>
          </a:xfrm>
          <a:custGeom xmlns:a="http://schemas.openxmlformats.org/drawingml/2006/main">
            <a:gdLst>
              <a:gd name="textAreaLeft" fmla="*/ 0 w 37440"/>
              <a:gd name="textAreaRight" fmla="*/ 38160 w 37440"/>
              <a:gd name="textAreaTop" fmla="*/ 0 h 28080"/>
              <a:gd name="textAreaBottom" fmla="*/ 28800 h 28080"/>
            </a:gdLst>
            <a:rect l="textAreaLeft" t="textAreaTop" r="textAreaRight" b="textAreaBottom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4400" rIns="90000" bIns="144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2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6F6E0007-3251-48FF-9CB7-598426BB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8040" y="1873080"/>
            <a:ext cx="34200" cy="33480"/>
          </a:xfrm>
          <a:custGeom xmlns:a="http://schemas.openxmlformats.org/drawingml/2006/main">
            <a:gdLst>
              <a:gd name="textAreaLeft" fmla="*/ 0 w 34200"/>
              <a:gd name="textAreaRight" fmla="*/ 34920 w 34200"/>
              <a:gd name="textAreaTop" fmla="*/ 0 h 33480"/>
              <a:gd name="textAreaBottom" fmla="*/ 34200 h 33480"/>
            </a:gdLst>
            <a:rect l="textAreaLeft" t="textAreaTop" r="textAreaRight" b="textAreaBottom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6920" rIns="90000" bIns="169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3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05A40DCF-1FBA-4210-A7C7-346D3131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9360" y="1960200"/>
            <a:ext cx="37440" cy="24120"/>
          </a:xfrm>
          <a:custGeom xmlns:a="http://schemas.openxmlformats.org/drawingml/2006/main">
            <a:gdLst>
              <a:gd name="textAreaLeft" fmla="*/ 0 w 37440"/>
              <a:gd name="textAreaRight" fmla="*/ 38160 w 37440"/>
              <a:gd name="textAreaTop" fmla="*/ 0 h 24120"/>
              <a:gd name="textAreaBottom" fmla="*/ 24840 h 24120"/>
            </a:gdLst>
            <a:rect l="textAreaLeft" t="textAreaTop" r="textAreaRight" b="textAreaBottom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2240" rIns="90000" bIns="122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4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B1A7F0C8-6D77-4CC5-9938-6019631D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0320" y="1722600"/>
            <a:ext cx="737640" cy="730800"/>
          </a:xfrm>
          <a:custGeom xmlns:a="http://schemas.openxmlformats.org/drawingml/2006/main">
            <a:gdLst>
              <a:gd name="textAreaLeft" fmla="*/ 0 w 737640"/>
              <a:gd name="textAreaRight" fmla="*/ 738360 w 737640"/>
              <a:gd name="textAreaTop" fmla="*/ 0 h 730800"/>
              <a:gd name="textAreaBottom" fmla="*/ 731520 h 730800"/>
            </a:gdLst>
            <a:rect l="textAreaLeft" t="textAreaTop" r="textAreaRight" b="textAreaBottom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5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1E2AC5B-4764-4C89-A93A-10D768A5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7880" y="1881720"/>
            <a:ext cx="369360" cy="347760"/>
          </a:xfrm>
          <a:custGeom xmlns:a="http://schemas.openxmlformats.org/drawingml/2006/main">
            <a:gdLst>
              <a:gd name="textAreaLeft" fmla="*/ 0 w 369360"/>
              <a:gd name="textAreaRight" fmla="*/ 370080 w 369360"/>
              <a:gd name="textAreaTop" fmla="*/ 0 h 347760"/>
              <a:gd name="textAreaBottom" fmla="*/ 348480 h 347760"/>
            </a:gdLst>
            <a:rect l="textAreaLeft" t="textAreaTop" r="textAreaRight" b="textAreaBottom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6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F1DC6412-F76D-4D46-921B-7758C3FD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3360" y="1838160"/>
            <a:ext cx="101880" cy="54360"/>
          </a:xfrm>
          <a:custGeom xmlns:a="http://schemas.openxmlformats.org/drawingml/2006/main">
            <a:gdLst>
              <a:gd name="textAreaLeft" fmla="*/ 0 w 101880"/>
              <a:gd name="textAreaRight" fmla="*/ 102600 w 101880"/>
              <a:gd name="textAreaTop" fmla="*/ 0 h 54360"/>
              <a:gd name="textAreaBottom" fmla="*/ 55080 h 54360"/>
            </a:gdLst>
            <a:rect l="textAreaLeft" t="textAreaTop" r="textAreaRight" b="textAreaBottom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7360" rIns="90000" bIns="2736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7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27E761CB-A28F-43BE-BB30-A7D79B9D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9200" y="1891800"/>
            <a:ext cx="55080" cy="34200"/>
          </a:xfrm>
          <a:custGeom xmlns:a="http://schemas.openxmlformats.org/drawingml/2006/main">
            <a:gdLst>
              <a:gd name="textAreaLeft" fmla="*/ 0 w 55080"/>
              <a:gd name="textAreaRight" fmla="*/ 55800 w 55080"/>
              <a:gd name="textAreaTop" fmla="*/ 0 h 34200"/>
              <a:gd name="textAreaBottom" fmla="*/ 34920 h 34200"/>
            </a:gdLst>
            <a:rect l="textAreaLeft" t="textAreaTop" r="textAreaRight" b="textAreaBottom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7280" rIns="90000" bIns="1728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8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1E7B25D6-A873-4F96-90B7-2DF4B683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600" y="2336040"/>
            <a:ext cx="75960" cy="20520"/>
          </a:xfrm>
          <a:custGeom xmlns:a="http://schemas.openxmlformats.org/drawingml/2006/main">
            <a:gdLst>
              <a:gd name="textAreaLeft" fmla="*/ 0 w 75960"/>
              <a:gd name="textAreaRight" fmla="*/ 76680 w 7596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79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8573374F-3273-408E-9FBC-66C0C7A1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600" y="2374560"/>
            <a:ext cx="176400" cy="22320"/>
          </a:xfrm>
          <a:custGeom xmlns:a="http://schemas.openxmlformats.org/drawingml/2006/main">
            <a:gdLst>
              <a:gd name="textAreaLeft" fmla="*/ 0 w 176400"/>
              <a:gd name="textAreaRight" fmla="*/ 177120 w 17640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0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A44F8739-76E6-4386-B1A1-3D428DF6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7440" y="1749600"/>
            <a:ext cx="738000" cy="694080"/>
          </a:xfrm>
          <a:custGeom xmlns:a="http://schemas.openxmlformats.org/drawingml/2006/main">
            <a:gdLst>
              <a:gd name="textAreaLeft" fmla="*/ 0 w 738000"/>
              <a:gd name="textAreaRight" fmla="*/ 738720 w 738000"/>
              <a:gd name="textAreaTop" fmla="*/ 0 h 694080"/>
              <a:gd name="textAreaBottom" fmla="*/ 694800 h 694080"/>
            </a:gdLst>
            <a:rect l="textAreaLeft" t="textAreaTop" r="textAreaRight" b="textAreaBottom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1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A0C8CE24-5511-4588-8841-2219DAE7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080" y="2192400"/>
            <a:ext cx="98280" cy="20520"/>
          </a:xfrm>
          <a:custGeom xmlns:a="http://schemas.openxmlformats.org/drawingml/2006/main">
            <a:gdLst>
              <a:gd name="textAreaLeft" fmla="*/ 0 w 98280"/>
              <a:gd name="textAreaRight" fmla="*/ 99000 w 9828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2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EAB56D3-6ABC-4FF5-B3B4-410648E1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0560" y="2231280"/>
            <a:ext cx="173160" cy="22320"/>
          </a:xfrm>
          <a:custGeom xmlns:a="http://schemas.openxmlformats.org/drawingml/2006/main">
            <a:gdLst>
              <a:gd name="textAreaLeft" fmla="*/ 0 w 173160"/>
              <a:gd name="textAreaRight" fmla="*/ 173880 w 17316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3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F9C2BD7C-2995-4D91-8996-1907D326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0560" y="1903320"/>
            <a:ext cx="36000" cy="22320"/>
          </a:xfrm>
          <a:custGeom xmlns:a="http://schemas.openxmlformats.org/drawingml/2006/main">
            <a:gdLst>
              <a:gd name="textAreaLeft" fmla="*/ 0 w 36000"/>
              <a:gd name="textAreaRight" fmla="*/ 36720 w 3600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4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AB554A1-70EE-4953-8C6D-0B16FB99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4200" y="1903320"/>
            <a:ext cx="119160" cy="22320"/>
          </a:xfrm>
          <a:custGeom xmlns:a="http://schemas.openxmlformats.org/drawingml/2006/main">
            <a:gdLst>
              <a:gd name="textAreaLeft" fmla="*/ 0 w 119160"/>
              <a:gd name="textAreaRight" fmla="*/ 119880 w 119160"/>
              <a:gd name="textAreaTop" fmla="*/ 0 h 22320"/>
              <a:gd name="textAreaBottom" fmla="*/ 23040 h 22320"/>
            </a:gdLst>
            <a:rect l="textAreaLeft" t="textAreaTop" r="textAreaRight" b="textAreaBottom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1520" rIns="90000" bIns="115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5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44490E9F-4291-4452-95E7-73BDFCE1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0560" y="1943640"/>
            <a:ext cx="173160" cy="20520"/>
          </a:xfrm>
          <a:custGeom xmlns:a="http://schemas.openxmlformats.org/drawingml/2006/main">
            <a:gdLst>
              <a:gd name="textAreaLeft" fmla="*/ 0 w 173160"/>
              <a:gd name="textAreaRight" fmla="*/ 173880 w 173160"/>
              <a:gd name="textAreaTop" fmla="*/ 0 h 20520"/>
              <a:gd name="textAreaBottom" fmla="*/ 21240 h 20520"/>
            </a:gdLst>
            <a:rect l="textAreaLeft" t="textAreaTop" r="textAreaRight" b="textAreaBottom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0440" rIns="90000" bIns="10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6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625234CF-7D98-4CBC-85A3-F142BD5F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0560" y="2008800"/>
            <a:ext cx="173160" cy="140400"/>
          </a:xfrm>
          <a:custGeom xmlns:a="http://schemas.openxmlformats.org/drawingml/2006/main">
            <a:gdLst>
              <a:gd name="textAreaLeft" fmla="*/ 0 w 173160"/>
              <a:gd name="textAreaRight" fmla="*/ 173880 w 173160"/>
              <a:gd name="textAreaTop" fmla="*/ 0 h 140400"/>
              <a:gd name="textAreaBottom" fmla="*/ 141120 h 140400"/>
            </a:gdLst>
            <a:rect l="textAreaLeft" t="textAreaTop" r="textAreaRight" b="textAreaBottom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70560" rIns="90000" bIns="7056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7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3A86D9FA-ED66-456D-A626-AC0CDDEA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3760" y="1885320"/>
            <a:ext cx="364320" cy="369720"/>
          </a:xfrm>
          <a:custGeom xmlns:a="http://schemas.openxmlformats.org/drawingml/2006/main">
            <a:gdLst>
              <a:gd name="textAreaLeft" fmla="*/ 0 w 364320"/>
              <a:gd name="textAreaRight" fmla="*/ 365040 w 364320"/>
              <a:gd name="textAreaTop" fmla="*/ 0 h 369720"/>
              <a:gd name="textAreaBottom" fmla="*/ 370440 h 369720"/>
            </a:gdLst>
            <a:rect l="textAreaLeft" t="textAreaTop" r="textAreaRight" b="textAreaBottom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91440" rIns="90000" bIns="9144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8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B11B973D-3629-433D-AEA7-6C6C0B9F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4200" y="2227320"/>
            <a:ext cx="51480" cy="37080"/>
          </a:xfrm>
          <a:custGeom xmlns:a="http://schemas.openxmlformats.org/drawingml/2006/main">
            <a:gdLst>
              <a:gd name="textAreaLeft" fmla="*/ 0 w 51480"/>
              <a:gd name="textAreaRight" fmla="*/ 52200 w 51480"/>
              <a:gd name="textAreaTop" fmla="*/ 0 h 37080"/>
              <a:gd name="textAreaBottom" fmla="*/ 37800 h 37080"/>
            </a:gdLst>
            <a:rect l="textAreaLeft" t="textAreaTop" r="textAreaRight" b="textAreaBottom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8720" rIns="90000" bIns="1872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89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16DDACD3-D789-4ED0-8DF1-DE46C21A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7160" y="2075040"/>
            <a:ext cx="51480" cy="35640"/>
          </a:xfrm>
          <a:custGeom xmlns:a="http://schemas.openxmlformats.org/drawingml/2006/main">
            <a:gdLst>
              <a:gd name="textAreaLeft" fmla="*/ 0 w 51480"/>
              <a:gd name="textAreaRight" fmla="*/ 52200 w 51480"/>
              <a:gd name="textAreaTop" fmla="*/ 0 h 35640"/>
              <a:gd name="textAreaBottom" fmla="*/ 36360 h 35640"/>
            </a:gdLst>
            <a:rect l="textAreaLeft" t="textAreaTop" r="textAreaRight" b="textAreaBottom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8000" rIns="90000" bIns="18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90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CBA8442-5129-47A6-B6A9-59032476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1640" y="1905840"/>
            <a:ext cx="51480" cy="35640"/>
          </a:xfrm>
          <a:custGeom xmlns:a="http://schemas.openxmlformats.org/drawingml/2006/main">
            <a:gdLst>
              <a:gd name="textAreaLeft" fmla="*/ 0 w 51480"/>
              <a:gd name="textAreaRight" fmla="*/ 52200 w 51480"/>
              <a:gd name="textAreaTop" fmla="*/ 0 h 35640"/>
              <a:gd name="textAreaBottom" fmla="*/ 36360 h 35640"/>
            </a:gdLst>
            <a:rect l="textAreaLeft" t="textAreaTop" r="textAreaRight" b="textAreaBottom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8000" rIns="90000" bIns="18000" anchor="ctr">
            <a:no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endParaRPr sz="2400" b="0" spc="-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91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A4D42348-B032-4BE6-BBC4-1FEC251B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960" y="1396440"/>
            <a:ext cx="1503720" cy="1400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solidFill>
              <a:srgbClr val="FF0053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9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9173441-ED3E-4B51-8BCF-A430E1B046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421200"/>
            <a:ext cx="98618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2100" b="1" spc="-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ЭКСПЕРИМЕНТЫ</a:t>
            </a:r>
            <a:endParaRPr sz="2100" b="0" spc="-1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441" name="Google Shape;2799;p94"/>
          <p:cNvCxnSpPr/>
          <p:nvPr/>
        </p:nvCxnSpPr>
        <p:spPr>
          <a:xfrm xmlns:a="http://schemas.openxmlformats.org/drawingml/2006/main" flipV="1">
            <a:off x="6842880" y="2118960"/>
            <a:ext cx="2490840" cy="1332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FF0053"/>
            </a:solidFill>
            <a:round/>
          </a:ln>
        </p:spPr>
      </p:cxnSp>
    </p:spTree>
    <p:extLst>
      <p:ext uri="{BB962C8B-B14F-4D97-AF65-F5344CB8AC3E}">
        <p14:creationId xmlns:p14="http://schemas.microsoft.com/office/powerpoint/2010/main" val="1965373232"/>
      </p:ext>
    </p:extLst>
  </p:cSld>
</p:sld>
</file>

<file path=ppt/slides/slide17.xml><?xml version="1.0" encoding="utf-8"?>
<p:sld xmlns:p="http://schemas.openxmlformats.org/presentationml/2006/main">
  <p:cSld>
    <p:bg>
      <p:bgPr>
        <a:blipFill xmlns:a="http://schemas.openxmlformats.org/drawingml/2006/main" rotWithShape="0">
          <a:blip xmlns:r="http://schemas.openxmlformats.org/officeDocument/2006/relationships" r:embed="R955fdef66eae403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1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997B4600-7A15-46E8-8D2A-CE9B971D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360" y="1522080"/>
            <a:ext cx="339876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2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58581570-DDE8-420C-9E4A-DE4C0BED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04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3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C6A0CEDD-2E94-4E04-8AB7-DD4EC9CB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" y="1522080"/>
            <a:ext cx="3247920" cy="46782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>
            <a:solidFill>
              <a:srgbClr val="520977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</a:pPr>
            <a:endParaRPr sz="1800" b="1" spc="-1">
              <a:solidFill>
                <a:schemeClr val="accent2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5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ACEC5C3-D691-4F10-A188-D062AC5CC0C0}"/>
              </a:ext>
            </a:extLst>
          </p:cNvPr>
          <p:cNvSpPr>
            <a:spLocks xmlns:a="http://schemas.openxmlformats.org/drawingml/2006/main" noGrp="1"/>
          </p:cNvSpPr>
          <p:nvPr>
            <p:ph type="sldNum" idx="69"/>
          </p:nvPr>
        </p:nvSpPr>
        <p:spPr>
          <a:xfrm xmlns:a="http://schemas.openxmlformats.org/drawingml/2006/main">
            <a:off x="11413440" y="6356520"/>
            <a:ext cx="558360" cy="36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indent="0" algn="ctr" defTabSz="914400">
              <a:lnSpc>
                <a:spcPct val="108000"/>
              </a:lnSpc>
              <a:buNone/>
              <a:tabLst>
                <a:tab pos="0" algn="l"/>
              </a:tabLst>
              <a:defRPr sz="1130" b="0" spc="-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lvl1pPr>
          </a:lstStyle>
          <a:p xmlns:a="http://schemas.openxmlformats.org/drawingml/2006/main">
            <a: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fld id="{19F9751E-C383-499F-B63F-52233282BE9A}" type="slidenum">
              <a:rPr sz="11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6</a:t>
            </a:fld>
          </a:p>
        </p:txBody>
      </p:sp>
      <p:sp>
        <p:nvSpPr>
          <p:cNvPr id="25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86A4E37-8C88-4CF4-B0E6-E8FA13F53E22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2493000"/>
            <a:ext cx="2964960" cy="42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У ПОЛКИ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28104706-E0C5-46DF-BD26-338B18950497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3128760"/>
            <a:ext cx="296496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Покупатель снимает бутылку телефоном — сервис открывает карточку вина из каталога «Своё Вино».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77CBDBAB-009A-497F-8B25-3EBBCADF74C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2493000"/>
            <a:ext cx="303408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ОДНА КАРТОЧКА</a:t>
            </a:r>
            <a:endParaRPr sz="16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3F9784E-7710-42F0-AED9-E6545F18066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23120" y="3128760"/>
            <a:ext cx="303408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 экран вариантов: уверенный ответ — одна карточка, спорный — карточка с оговоркой и «Не оно?».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0B3F26B8-6EF7-403A-BA7E-81132404C64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2493000"/>
            <a:ext cx="29448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1600" b="1" spc="-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ЧЕСТНЫЙ ОТКАЗ</a:t>
            </a:r>
            <a:endParaRPr sz="1729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CFA69870-FBAA-4448-A569-A6824BB165FF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7840" y="3128760"/>
            <a:ext cx="2944800" cy="27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8000"/>
              </a:lnSpc>
              <a:buNone/>
              <a:tabLst>
                <a:tab pos="0" algn="l"/>
              </a:tabLst>
            </a:pPr>
            <a:r>
              <a:rPr sz="1580" b="0" spc="-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Вина нет в каталоге — «не удалось уверенно определить», вина той же винодельни и аналоги по этикетке.</a:t>
            </a:r>
            <a:endParaRPr sz="158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058DF88-DC00-454D-98DB-451586CDBA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960" y="335520"/>
            <a:ext cx="11330640" cy="375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spc="-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КОНЦЕПЦИЯ</a:t>
            </a:r>
            <a:endParaRPr sz="2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PlaceHolder 9">
            <a:extLst xmlns:a="http://schemas.openxmlformats.org/drawingml/2006/main">
              <a:ext uri="{FF2B5EF4-FFF2-40B4-BE49-F238E27FC236}">
                <a16:creationId xmlns:a16="http://schemas.microsoft.com/office/drawing/2014/main" id="{849C48AB-5106-4D4D-9822-A0F19E2675C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78048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01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PlaceHolder 10">
            <a:extLst xmlns:a="http://schemas.openxmlformats.org/drawingml/2006/main">
              <a:ext uri="{FF2B5EF4-FFF2-40B4-BE49-F238E27FC236}">
                <a16:creationId xmlns:a16="http://schemas.microsoft.com/office/drawing/2014/main" id="{F8256EF1-B086-4FED-905B-DC593A37C59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615200" y="1772280"/>
            <a:ext cx="131040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02</a:t>
            </a:r>
            <a:endParaRPr sz="28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PlaceHolder 11">
            <a:extLst xmlns:a="http://schemas.openxmlformats.org/drawingml/2006/main">
              <a:ext uri="{FF2B5EF4-FFF2-40B4-BE49-F238E27FC236}">
                <a16:creationId xmlns:a16="http://schemas.microsoft.com/office/drawing/2014/main" id="{E4ECB69B-9C26-4AD8-9289-9B4E89F2C19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543880" y="1772280"/>
            <a:ext cx="2476080" cy="6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sz="2800" b="0" spc="-1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03</a:t>
            </a:r>
            <a:endParaRPr sz="3000" b="0" spc="-1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12456777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2026-09-28T12:18:01.4830000Z</dcterms:created>
  <dcterms:modified xsi:type="dcterms:W3CDTF">2026-09-28T12:18:01.4830000Z</dcterms:modified>
</coreProperties>
</file>