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72" r:id="rId65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  <Relationship Id="rId65" Type="http://schemas.openxmlformats.org/officeDocument/2006/relationships/slide" Target="slides/slide3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0.0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test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0.0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90.0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Relationship Id="rIdUiQ" Type="http://schemas.openxmlformats.org/officeDocument/2006/relationships/image" Target="../media/ui_sommelier_q.png"/><Relationship Id="rIdUiRec" Type="http://schemas.openxmlformats.org/officeDocument/2006/relationships/image" Target="../media/ui_label_analogs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Relationship Id="rIdUiCard" Type="http://schemas.openxmlformats.org/officeDocument/2006/relationships/image" Target="../media/ui_card.png"/>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Неуверенный ответ проверяет VLM, а при отказе она читает с этикетки винодельню и название. На 100 снимках организатора оценочный API верен в 88 из 97 кадров; отказ не декларируется, а измерен.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секунду.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Синтетика давала 91% top-1, первые реальные снимки — 38%: запрос из файла эталона легче настоящего кадра. Теперь меряем на съёмке организатора, делим по винам и фотосериям, пороги подбираем только на настроечной части.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 редкий случай, когда near-duplicates не крайний случай, а сама суть кейса — 69 групп на 152 позиции каталога различаются крепостью, сладостью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 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разводит близких лидеров, Qwen3-VL перепроверяет спорный ответ и ближайших кандидатов по области с совпавшими точками, а перед отказом читает этикетку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семи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 и pgvector в Docker, интерфейс на Nuxt; очередь к GPU не блокирует остальные запросы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 и аналоги по этикетке,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 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Эталоны — только фото из датасета кейса;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F1 86.7% топ-1 и 90.0% топ-5 на тестовой части (test) съёмки организатора, 89.3% и 94.7% на синтетике. Сервис отдаёт метрики в quality каждого ответа и в /health.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12 позиций каталога без эталона в датасете.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и съёмка организатора сходятся в пределах 6 п.п.: 53 из 62. Приводим все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синтетических почти-дублях —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одна геометрия превращает 63.5% в 96.8%; в сервисе, с порогом отрыва по съёмке у полки, на тех же почти-дублях — 84.1%.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и сразу вина той же винодельни и аналоги по этикетке.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 — только фото из датасета кейса. 69 групп почти-дублей в каталоге.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Цифровой сомелье после скана: вкус «Полусладкое» взят у найденного вина, выбраны «Ужин дома» и «Сыры»"/>
          <p:cNvPicPr/>
          <p:nvPr/>
        </p:nvPicPr>
        <p:blipFill>
          <a:blip r:embed="rIdUiQ"/>
          <a:stretch/>
        </p:blipFill>
        <p:spPr>
          <a:xfrm>
            <a:off x="7440120" y="1015920"/>
            <a:ext cx="4109650" cy="518400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Вино не найдено: по этикетке прочитано «Саперави», Массандра, красное сухое; ниже вина Массандры из каталога"/>
          <p:cNvPicPr/>
          <p:nvPr/>
        </p:nvPicPr>
        <p:blipFill>
          <a:blip r:embed="rIdUiRec"/>
          <a:stretch/>
        </p:blipFill>
        <p:spPr>
          <a:xfrm>
            <a:off x="345960" y="3223800"/>
            <a:ext cx="4311519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повод, блюдо, вкус — и подбор из каталога, где каждая рекомендация объясняет себя; после скана вкус берётся у найденного вина, и сомелье говорит, подходит ли оно к блюду. Аналоги других виноделен совпадают по сортам, цвету, сладости и игристости, а если вина нет в каталоге — подбираются по этикетке.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детерминированный: языковая модель каталога не знает и начнёт выдумывать вина. VLM только читает этикетку,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верной карточки не показали (отказ или ошибка).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0.10,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Съёмка организатора — 100 снимков, 97 размечено, части tune и test; треть — вина вне каталога. Синтетика из эталонов дампа — 214 отложенных запросов. Методика —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организатора, test: F1 топ-1 — 86.7%  ·  топ-5 — 90.0%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Синтетика: F1 топ-1 — 89.3%  ·  F1 топ-5 — 94.7%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организатора: верная первой в 53 из 62, оценочный API верен в 88 из 97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Строгий top-1: tune 78.8%  ·  test 93.1%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медиана 1.3 с, p95 4.8 с при SLA 3 с — дольше отвечают отказы с чтением этикетки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 пределах 6 п.п.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100 снимков организатора у полки, треть — вина вне каталога. Делим по винам и фотосериям; пороги — только по настроечной части, числа слева — с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Промахи — соседи по линейке (четыре из девяти — «Табия», её эталоны в датасете — мелкие скриншоты) и позиции без эталона: 2 из 29 на test, 9 из 62 всего.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СИНТЕТИКА И СЪЁМКА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Правило близких срабатывало на 15% запросов. Все приросты — на 400 синтетических запросах.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синтетических почти-дублях, ради которых кейс и написан, одна геометрия даёт 96.8% против 63.5%; в сервисе с осторожным порогом — 84.1%.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на почти-дублях 98.9%.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 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выбран по съёмке: с проверкой VLM из 35 кадров организатора с винами вне каталога карточка показана лишь в 3.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Больше двадцати гипотез проверены и отклонены по замерам: зоны этикетки, LightGlue, DINOv2, ранжировщики, перестановка по VLM, цвет этикетки, удвоение масштаба.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docs/metrics.md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Ищем по кропу и по кадру целиком; VLM смотрит на вид с совпавшими точками.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 ≥ 0.30 — без оговорок, p ≥ 0.10 — с вариантами, если VLM не против; ниже — VLM и чтение этикетки, иначе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EasyOCR читает этикетку: винодельня, цвет, сладость; близких лидеров разводят слова.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Экран результата: «Это вино», миниатюра снимка пользователя и карточка «Белая Львица белое полусладкое»"/>
          <p:cNvPicPr/>
          <p:nvPr/>
        </p:nvPicPr>
        <p:blipFill>
          <a:blip r:embed="rIdUiCard"/>
          <a:srcRect t="1126" b="1126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сладость, рейтинг платформы,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Спорный ответ — карточка, свёрнутое «Не оно?» и свой снимок для сверки. Отказ — аналоги по этикетке.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Числа для демо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Уверенность, F1 и время ответа — с флагом debug в адресе. Медиана 1.3 с на снимке 3024×4032, p95 4.8 с.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съёмкой организатора,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 съёмке у полки верная позиция первая в 53 из 62 кадров; промахи — соседи по линейке и позиции без эталона или с эталоном-скриншотом. Треть кадров — вина вне каталога.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дальше — данные, а не модель: больше эталонов на позицию, свежий каталог платформы, дообучение на реальных снимках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Закрытая съёмка 300+ кадров у полки — независимая проверка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полное название и сладость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Эталоны от платформы: поколения упаковки для всего каталога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реальных снимках, а не на аугментациях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Ежедневная сверка с платформой: +50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ОРГАНИЗАТОРА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Треть кадров публичного набора — вина, которых нет в выгрузке каталога. Для них сервис должен не угадывать, а честно сказать «не нашли»: в оценочном API это {"slug": null}.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ДАТАСЕТ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Эталоны — только фото из выгрузки кейса, по рекомендации организатора. У 12 позиций из 2103 файла в датасете нет — чужими фото их не закрываем.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ОТКАЗ И VLM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Qwen3-VL проверяет спорного лидера и соседей, затем читает с этикетки винодельню и название. Верных 88 из 97, если пустой ответ засчитывается, и 56 из 97, если нет. Ответов винам вне каталога — 3 из 35.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ВИНА ВНЕ КАТАЛОГА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35/97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12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88/97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